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50D-D7D9-4198-A550-B1DCEE272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0B18-E558-42C2-AF16-868118C03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AC66-B5FB-45DA-832C-FDDF025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0420-8147-4A86-86EA-CDC29CD5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6374-75F4-4963-A267-257F140A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07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7F6A-7F1C-4781-B23D-3A350210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9C45-A98A-4350-8064-B2FF2EE1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6B8-8B9E-403F-A0F4-41A85B93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181A-6F20-4422-827C-13850FD3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E7ADE-5719-41AB-B2F7-F41ECA70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75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22E3-BFD2-4705-8246-A9747D0A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5B220-62FE-4070-87BB-5409C885B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9C81-BC86-4C8B-8F9D-A54B3F5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944B-C4E7-439C-9822-4C99E8B3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4F032-A581-4F65-B810-A9FFC856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8071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8AC1-C2F6-4725-844C-3D52A50D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99CE-9932-422C-9390-7ED25645E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B1A4-559D-473D-8D03-BE9FBC0D8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57A9-2306-4059-ADF7-2545F50A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AD0EC-D120-4E97-B53E-E6DBE125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667D-DF1E-4D95-B0FD-69798B71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403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A155-E48B-42A7-8B38-693D62C2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294B-3EC0-495B-9C08-B2A824ED1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FF4DB-A66D-4F6D-89AA-487FCFA1D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0AE3C-8791-45AD-82B6-FFDB1D3C9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341A2-5435-4CEE-9133-F62B4EE92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C6359-D35B-4F8A-A952-DBA81EF1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3F5C1-3E69-4026-BC30-8BCC817B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9BFB-381C-4F1F-BB51-8900F1A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43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A3CD-90EB-49BF-A555-B5083AA7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97BB-9551-43D8-8522-8433B557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CA9AC-0536-44EA-A68A-491A49B5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5173-55B2-4618-9B94-2780F626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929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9065C-8915-4F2C-9BB1-DCA2462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88218-F778-4A09-AFFB-42CBFE3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98E4-2C73-4034-BA1F-696867E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5643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27D0-9930-4BDA-9198-9D3C0B09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0A7C-DBB7-430A-BB1A-6CB7A9A1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4BE5-12FE-4566-A442-AAA564380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4D0F-F825-47C2-89B8-FCAA60F6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904BB-8B50-40EF-BE65-C2972128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EF01-E1BA-4321-A539-52E6F243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13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085C-E343-4BB8-AF24-35CA6202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A5554-AB01-490F-BDB1-A2435EEF1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FC3C-7900-4E0F-BD08-4CE549D00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8664-1412-474B-93F0-3E8E3D3A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686A-5E2A-40DF-90A0-A892BC49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4929-C5B5-4BB0-9C03-637FECAA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742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E6F9-6E84-444C-93F8-2CE9558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98D2-7DB7-4188-92AB-7B8F46F40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674A-7A0C-474B-A81F-3128DE5F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A075-BC88-4832-B59B-0E7EC87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5E7E-51D2-41FF-954C-CF301B0B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346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A635C-8848-45E3-AE0D-FA45A35E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F28C5-2CD6-4633-82AE-F29BBF2D5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B9C02-E0A8-45FC-BD75-D0F1781F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99E5-3DA9-43A8-A7C8-E6B364BA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2C56-993E-453D-97EB-A574BE27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4073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D6688-E418-4807-BC2A-FE99629E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8E225-4FE7-490E-A36A-A6EB8EE8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DDEB-70B7-42FD-A3F0-4141986CA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2436-51E9-435A-B360-4669E355F4EE}" type="datetimeFigureOut">
              <a:rPr lang="en-NG" smtClean="0"/>
              <a:t>09/10/2025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A873-AECF-4626-A81A-F66F7B54E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14A9-563E-4A48-BC80-5DDCBB2AD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C202-0F4D-44CF-B7EF-E418A4070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 16 :JavaScript Objects and Arrays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448C0-C3A9-4631-AB8E-63CF100B1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2C075-8F43-48B3-BC17-891B366505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42" y="1424874"/>
            <a:ext cx="10541991" cy="2804748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6394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7"/>
            <a:ext cx="12192000" cy="5617663"/>
          </a:xfrm>
        </p:spPr>
        <p:txBody>
          <a:bodyPr/>
          <a:lstStyle/>
          <a:p>
            <a:r>
              <a:rPr lang="en-US" b="1" dirty="0"/>
              <a:t>Introduction: Organizing Data</a:t>
            </a:r>
          </a:p>
          <a:p>
            <a:pPr marL="0" indent="0">
              <a:buNone/>
            </a:pPr>
            <a:r>
              <a:rPr lang="en-US" b="1" dirty="0"/>
              <a:t>Why Objects and Arrays?</a:t>
            </a:r>
            <a:endParaRPr lang="en-US" dirty="0"/>
          </a:p>
          <a:p>
            <a:r>
              <a:rPr lang="en-US" b="1" dirty="0"/>
              <a:t>Arrays:</a:t>
            </a:r>
            <a:r>
              <a:rPr lang="en-US" dirty="0"/>
              <a:t> Ordered collections of data (lists)</a:t>
            </a:r>
          </a:p>
          <a:p>
            <a:r>
              <a:rPr lang="en-US" b="1" dirty="0"/>
              <a:t>Objects:</a:t>
            </a:r>
            <a:r>
              <a:rPr lang="en-US" dirty="0"/>
              <a:t> Unordered collections of key-value pairs (dictionaries)</a:t>
            </a:r>
          </a:p>
          <a:p>
            <a:r>
              <a:rPr lang="en-US" dirty="0"/>
              <a:t>Together, they form the foundation of data organization in JavaScript</a:t>
            </a:r>
          </a:p>
          <a:p>
            <a:pPr marL="0" indent="0">
              <a:buNone/>
            </a:pPr>
            <a:r>
              <a:rPr lang="en-US" b="1" dirty="0"/>
              <a:t>Real-world Analogy:</a:t>
            </a:r>
            <a:endParaRPr lang="en-US" dirty="0"/>
          </a:p>
          <a:p>
            <a:r>
              <a:rPr lang="en-US" b="1" dirty="0"/>
              <a:t>Array:</a:t>
            </a:r>
            <a:r>
              <a:rPr lang="en-US" dirty="0"/>
              <a:t> Like a shopping list - items in a specific order</a:t>
            </a:r>
          </a:p>
          <a:p>
            <a:r>
              <a:rPr lang="en-US" b="1" dirty="0"/>
              <a:t>Object:</a:t>
            </a:r>
            <a:r>
              <a:rPr lang="en-US" dirty="0"/>
              <a:t> Like a person's profile - name, age, email as key-value pairs</a:t>
            </a:r>
          </a:p>
          <a:p>
            <a:endParaRPr lang="en-US" b="1" dirty="0"/>
          </a:p>
          <a:p>
            <a:endParaRPr lang="en-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Introduction: Organizing Data</a:t>
            </a:r>
          </a:p>
        </p:txBody>
      </p:sp>
    </p:spTree>
    <p:extLst>
      <p:ext uri="{BB962C8B-B14F-4D97-AF65-F5344CB8AC3E}">
        <p14:creationId xmlns:p14="http://schemas.microsoft.com/office/powerpoint/2010/main" val="166190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b="1" dirty="0"/>
              <a:t> Creating and Accessing Arrays</a:t>
            </a:r>
          </a:p>
          <a:p>
            <a:pPr marL="0" indent="0">
              <a:buNone/>
            </a:pPr>
            <a:r>
              <a:rPr lang="en-US" b="1" dirty="0"/>
              <a:t>Different ways to create arrays: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1: Arrays Deep Dive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B273B6-53F6-43F3-82D5-A93CC24D3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496" y="2313293"/>
            <a:ext cx="7265670" cy="444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6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425665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 cont’d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2CA0FA-1185-46C0-9704-81C1A0F65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7851"/>
            <a:ext cx="12192000" cy="5752801"/>
          </a:xfrm>
        </p:spPr>
        <p:txBody>
          <a:bodyPr/>
          <a:lstStyle/>
          <a:p>
            <a:r>
              <a:rPr lang="en-US" b="1" dirty="0"/>
              <a:t>Accessing Array Elements:</a:t>
            </a:r>
            <a:endParaRPr lang="en-US" dirty="0"/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7A68B-C903-4FC2-95C0-650635F29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32" y="1803861"/>
            <a:ext cx="7365942" cy="404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8318"/>
            <a:ext cx="12192000" cy="5622335"/>
          </a:xfrm>
        </p:spPr>
        <p:txBody>
          <a:bodyPr/>
          <a:lstStyle/>
          <a:p>
            <a:r>
              <a:rPr lang="en-US" b="1" dirty="0"/>
              <a:t>Common Array Methods</a:t>
            </a:r>
          </a:p>
          <a:p>
            <a:pPr marL="0" indent="0">
              <a:buNone/>
            </a:pPr>
            <a:r>
              <a:rPr lang="en-US" b="1" dirty="0"/>
              <a:t>Adding/Removing Elements: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613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 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3ADB5F-BE15-495E-8F85-568387105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49" y="2140567"/>
            <a:ext cx="7195195" cy="461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8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4755"/>
            <a:ext cx="12192000" cy="5565898"/>
          </a:xfrm>
        </p:spPr>
        <p:txBody>
          <a:bodyPr>
            <a:normAutofit/>
          </a:bodyPr>
          <a:lstStyle/>
          <a:p>
            <a:r>
              <a:rPr lang="en-US" b="1" dirty="0"/>
              <a:t>Finding Elements: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 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14C15C-B90B-4DB6-95BA-D7BBD0257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39" y="1717271"/>
            <a:ext cx="984885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4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2943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Transforming Arrays:</a:t>
            </a:r>
            <a:endParaRPr lang="en-US" dirty="0"/>
          </a:p>
          <a:p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9E45B7-D951-4908-A07A-50CCCBF1C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14" y="1816332"/>
            <a:ext cx="7533755" cy="448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5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4293"/>
            <a:ext cx="12192000" cy="5713707"/>
          </a:xfrm>
        </p:spPr>
        <p:txBody>
          <a:bodyPr>
            <a:normAutofit/>
          </a:bodyPr>
          <a:lstStyle/>
          <a:p>
            <a:r>
              <a:rPr lang="en-US" b="1" dirty="0"/>
              <a:t> Other Useful Methods: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2CA61-88FC-4119-9986-0715343E1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510" y="1590137"/>
            <a:ext cx="6470363" cy="517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5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8"/>
            <a:ext cx="12192000" cy="5721532"/>
          </a:xfrm>
        </p:spPr>
        <p:txBody>
          <a:bodyPr>
            <a:normAutofit/>
          </a:bodyPr>
          <a:lstStyle/>
          <a:p>
            <a:r>
              <a:rPr lang="en-US" b="1" dirty="0"/>
              <a:t>Creating and Accessing Objects</a:t>
            </a:r>
          </a:p>
          <a:p>
            <a:pPr marL="0" indent="0">
              <a:buNone/>
            </a:pPr>
            <a:r>
              <a:rPr lang="en-US" b="1" dirty="0"/>
              <a:t>Object Literal Syntax: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2: Objects Deep Dive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9346C1-0596-403D-BDE3-91512E053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581" y="2443941"/>
            <a:ext cx="4345503" cy="403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56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Accessing Properties: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087F35-8052-4191-A190-2021C56F8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054" y="1832996"/>
            <a:ext cx="6793495" cy="492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4755"/>
            <a:ext cx="12192000" cy="5565898"/>
          </a:xfrm>
        </p:spPr>
        <p:txBody>
          <a:bodyPr>
            <a:normAutofit/>
          </a:bodyPr>
          <a:lstStyle/>
          <a:p>
            <a:r>
              <a:rPr lang="en-US" b="1" dirty="0"/>
              <a:t>Objects Methods and ‘this’</a:t>
            </a:r>
          </a:p>
          <a:p>
            <a:pPr marL="0" indent="0">
              <a:buNone/>
            </a:pPr>
            <a:r>
              <a:rPr lang="en-US" b="1" dirty="0"/>
              <a:t>Methods in Objects: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4DC32A-6169-45E7-8D42-327627487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969" y="1953490"/>
            <a:ext cx="5723872" cy="467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6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8"/>
            <a:ext cx="12192000" cy="5624185"/>
          </a:xfrm>
        </p:spPr>
        <p:txBody>
          <a:bodyPr>
            <a:normAutofit/>
          </a:bodyPr>
          <a:lstStyle/>
          <a:p>
            <a:r>
              <a:rPr lang="en-US" b="1" dirty="0"/>
              <a:t>Common Object Methods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9DCA1D-7473-4DBD-A1F0-1D90B3FAA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442" y="1620981"/>
            <a:ext cx="5924613" cy="513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71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Looping through Arrays</a:t>
            </a:r>
          </a:p>
          <a:p>
            <a:pPr marL="0" indent="0">
              <a:buNone/>
            </a:pPr>
            <a:r>
              <a:rPr lang="en-US" b="1" dirty="0"/>
              <a:t>Different ways to loop: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-1" y="554281"/>
            <a:ext cx="7606145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3: Looping Through Arrays and Object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0A14B5-A217-44F5-8934-1E5ED0A63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702" y="1379426"/>
            <a:ext cx="6423283" cy="537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39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8"/>
            <a:ext cx="12192000" cy="5617663"/>
          </a:xfrm>
        </p:spPr>
        <p:txBody>
          <a:bodyPr>
            <a:normAutofit/>
          </a:bodyPr>
          <a:lstStyle/>
          <a:p>
            <a:r>
              <a:rPr lang="en-US" b="1" dirty="0"/>
              <a:t>Looping through Objects</a:t>
            </a:r>
          </a:p>
          <a:p>
            <a:pPr marL="0" indent="0">
              <a:buNone/>
            </a:pPr>
            <a:r>
              <a:rPr lang="en-US" b="1" dirty="0"/>
              <a:t>Different ways to loop: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3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984EAE-F205-4DF6-BCE9-8782FCEFE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941" y="1337398"/>
            <a:ext cx="5676838" cy="53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2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8"/>
            <a:ext cx="12192000" cy="5617663"/>
          </a:xfrm>
        </p:spPr>
        <p:txBody>
          <a:bodyPr>
            <a:normAutofit/>
          </a:bodyPr>
          <a:lstStyle/>
          <a:p>
            <a:r>
              <a:rPr lang="en-US" b="1" dirty="0"/>
              <a:t>Arrays of Objects</a:t>
            </a:r>
          </a:p>
          <a:p>
            <a:endParaRPr lang="en-US" b="1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4: Combining Arrays and Objects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05952-B5B5-4057-815B-31D964CCF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987" y="1285226"/>
            <a:ext cx="5073133" cy="532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63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8"/>
            <a:ext cx="12192000" cy="5617663"/>
          </a:xfrm>
        </p:spPr>
        <p:txBody>
          <a:bodyPr>
            <a:normAutofit/>
          </a:bodyPr>
          <a:lstStyle/>
          <a:p>
            <a:r>
              <a:rPr lang="en-US" b="1" dirty="0"/>
              <a:t>Objects with Array Properties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4: Combining Arrays and Objects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9116D1-3773-474D-BDF7-62EECD17E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833" y="1168561"/>
            <a:ext cx="5664903" cy="513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02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231</Words>
  <Application>Microsoft Office PowerPoint</Application>
  <PresentationFormat>Widescreen</PresentationFormat>
  <Paragraphs>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CLASS 16 :JavaScript Objects and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: ADVANCED HTML AND CSS</dc:title>
  <dc:creator>Lukman Jubril</dc:creator>
  <cp:lastModifiedBy>Lukman Jubril</cp:lastModifiedBy>
  <cp:revision>24</cp:revision>
  <dcterms:created xsi:type="dcterms:W3CDTF">2025-08-19T13:42:15Z</dcterms:created>
  <dcterms:modified xsi:type="dcterms:W3CDTF">2025-10-09T14:32:49Z</dcterms:modified>
</cp:coreProperties>
</file>