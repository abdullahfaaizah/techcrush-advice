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450D-D7D9-4198-A550-B1DCEE272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B0B18-E558-42C2-AF16-868118C03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5AC66-B5FB-45DA-832C-FDDF0258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30/09/2025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C0420-8147-4A86-86EA-CDC29CD5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6374-75F4-4963-A267-257F140A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6077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7F6A-7F1C-4781-B23D-3A350210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B9C45-A98A-4350-8064-B2FF2EE1E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6B8-8B9E-403F-A0F4-41A85B93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30/09/2025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E181A-6F20-4422-827C-13850FD3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E7ADE-5719-41AB-B2F7-F41ECA70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9758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22E3-BFD2-4705-8246-A9747D0AF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5B220-62FE-4070-87BB-5409C885B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49C81-BC86-4C8B-8F9D-A54B3F58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30/09/2025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7944B-C4E7-439C-9822-4C99E8B3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4F032-A581-4F65-B810-A9FFC8564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8071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8AC1-C2F6-4725-844C-3D52A50D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199CE-9932-422C-9390-7ED25645E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DB1A4-559D-473D-8D03-BE9FBC0D8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D57A9-2306-4059-ADF7-2545F50A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30/09/2025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AD0EC-D120-4E97-B53E-E6DBE125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8667D-DF1E-4D95-B0FD-69798B71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2403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A155-E48B-42A7-8B38-693D62C2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D294B-3EC0-495B-9C08-B2A824ED1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FF4DB-A66D-4F6D-89AA-487FCFA1D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0AE3C-8791-45AD-82B6-FFDB1D3C9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341A2-5435-4CEE-9133-F62B4EE92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C6359-D35B-4F8A-A952-DBA81EF1F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30/09/2025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3F5C1-3E69-4026-BC30-8BCC817B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F9BFB-381C-4F1F-BB51-8900F1A7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436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A3CD-90EB-49BF-A555-B5083AA7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E97BB-9551-43D8-8522-8433B557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30/09/2025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CA9AC-0536-44EA-A68A-491A49B5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E5173-55B2-4618-9B94-2780F626C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8929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9065C-8915-4F2C-9BB1-DCA24622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30/09/2025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88218-F778-4A09-AFFB-42CBFE38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298E4-2C73-4034-BA1F-696867E0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5643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27D0-9930-4BDA-9198-9D3C0B097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0A7C-DBB7-430A-BB1A-6CB7A9A15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4BE5-12FE-4566-A442-AAA564380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84D0F-F825-47C2-89B8-FCAA60F6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30/09/2025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904BB-8B50-40EF-BE65-C29721285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1EF01-E1BA-4321-A539-52E6F243E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9132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085C-E343-4BB8-AF24-35CA6202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A5554-AB01-490F-BDB1-A2435EEF13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2FC3C-7900-4E0F-BD08-4CE549D00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48664-1412-474B-93F0-3E8E3D3A6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30/09/2025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8686A-5E2A-40DF-90A0-A892BC49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4929-C5B5-4BB0-9C03-637FECAA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742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E6F9-6E84-444C-93F8-2CE9558D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898D2-7DB7-4188-92AB-7B8F46F40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1674A-7A0C-474B-A81F-3128DE5F4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30/09/2025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3A075-BC88-4832-B59B-0E7EC875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65E7E-51D2-41FF-954C-CF301B0B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3464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6A635C-8848-45E3-AE0D-FA45A35E5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F28C5-2CD6-4633-82AE-F29BBF2D5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B9C02-E0A8-45FC-BD75-D0F1781F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30/09/2025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E99E5-3DA9-43A8-A7C8-E6B364BA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C2C56-993E-453D-97EB-A574BE27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40736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DD6688-E418-4807-BC2A-FE99629E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8E225-4FE7-490E-A36A-A6EB8EE86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4DDEB-70B7-42FD-A3F0-4141986CA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92436-51E9-435A-B360-4669E355F4EE}" type="datetimeFigureOut">
              <a:rPr lang="en-NG" smtClean="0"/>
              <a:t>30/09/2025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DA873-AECF-4626-A81A-F66F7B54E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D14A9-563E-4A48-BC80-5DDCBB2AD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860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C202-0F4D-44CF-B7EF-E418A40707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CLASS 11 : CONTROL STRUCTURES 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448C0-C3A9-4631-AB8E-63CF100B16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2C075-8F43-48B3-BC17-891B366505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32" y="1122363"/>
            <a:ext cx="10541991" cy="2804748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56394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8"/>
            <a:ext cx="12192000" cy="5472052"/>
          </a:xfrm>
        </p:spPr>
        <p:txBody>
          <a:bodyPr/>
          <a:lstStyle/>
          <a:p>
            <a:r>
              <a:rPr lang="en-US" b="1" dirty="0"/>
              <a:t>What are Control Structures</a:t>
            </a:r>
          </a:p>
          <a:p>
            <a:pPr marL="0" indent="0">
              <a:buNone/>
            </a:pPr>
            <a:r>
              <a:rPr lang="en-US" dirty="0"/>
              <a:t>Control structures allow your program to make decisions and repeat tasks. They are the logic and "brain" of your programs.</a:t>
            </a:r>
          </a:p>
          <a:p>
            <a:r>
              <a:rPr lang="en-US" b="1" dirty="0"/>
              <a:t>Two Main Types: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/>
              <a:t>Conditional Statements:</a:t>
            </a:r>
            <a:r>
              <a:rPr lang="en-US" dirty="0"/>
              <a:t> Make decisions (if this, then that)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/>
              <a:t>Loops:</a:t>
            </a:r>
            <a:r>
              <a:rPr lang="en-US" dirty="0"/>
              <a:t> Repeat tasks (do this multiple times)</a:t>
            </a:r>
          </a:p>
          <a:p>
            <a:pPr marL="0" indent="0">
              <a:buNone/>
            </a:pPr>
            <a:endParaRPr lang="en-N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-1" y="554281"/>
            <a:ext cx="8038011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Introduction: Making Decisions and Repeating Tasks</a:t>
            </a:r>
          </a:p>
        </p:txBody>
      </p:sp>
    </p:spTree>
    <p:extLst>
      <p:ext uri="{BB962C8B-B14F-4D97-AF65-F5344CB8AC3E}">
        <p14:creationId xmlns:p14="http://schemas.microsoft.com/office/powerpoint/2010/main" val="166190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/>
          <a:lstStyle/>
          <a:p>
            <a:r>
              <a:rPr lang="en-US" b="1" dirty="0"/>
              <a:t>The ‘if’ Statement</a:t>
            </a:r>
          </a:p>
          <a:p>
            <a:pPr marL="0" indent="0">
              <a:buNone/>
            </a:pPr>
            <a:r>
              <a:rPr lang="en-US" dirty="0"/>
              <a:t>The if statement executes code only if a condition is true.</a:t>
            </a:r>
          </a:p>
          <a:p>
            <a:pPr marL="0" indent="0">
              <a:buNone/>
            </a:pPr>
            <a:r>
              <a:rPr lang="en-US" dirty="0"/>
              <a:t>Syntax: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1: Conditional Statements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5FC957-312E-43C8-B818-7BAFB6A3F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270" y="2628900"/>
            <a:ext cx="82486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6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425665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4D43535-5762-4791-9641-CE48D397B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21" y="1039813"/>
            <a:ext cx="6596019" cy="5818187"/>
          </a:xfrm>
        </p:spPr>
      </p:pic>
    </p:spTree>
    <p:extLst>
      <p:ext uri="{BB962C8B-B14F-4D97-AF65-F5344CB8AC3E}">
        <p14:creationId xmlns:p14="http://schemas.microsoft.com/office/powerpoint/2010/main" val="112604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8318"/>
            <a:ext cx="12192000" cy="5719682"/>
          </a:xfrm>
        </p:spPr>
        <p:txBody>
          <a:bodyPr/>
          <a:lstStyle/>
          <a:p>
            <a:r>
              <a:rPr lang="en-US" b="1" dirty="0"/>
              <a:t>The ‘if….else’ Statement</a:t>
            </a:r>
          </a:p>
          <a:p>
            <a:pPr marL="0" indent="0">
              <a:buNone/>
            </a:pPr>
            <a:r>
              <a:rPr lang="en-US" dirty="0"/>
              <a:t>Execute one block if condition is true, another if it's false.</a:t>
            </a:r>
          </a:p>
          <a:p>
            <a:pPr marL="0" indent="0">
              <a:buNone/>
            </a:pPr>
            <a:r>
              <a:rPr lang="en-US" dirty="0"/>
              <a:t>Syntax: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613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 cont’d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7C5824-24B2-41E5-A75C-764B7673B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593" y="2266950"/>
            <a:ext cx="544830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8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37072B7-3BD1-43DD-985F-ECD4D7399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85" y="1090930"/>
            <a:ext cx="5594208" cy="572135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420164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The ‘else if’ Statement</a:t>
            </a:r>
          </a:p>
          <a:p>
            <a:pPr marL="0" indent="0">
              <a:buNone/>
            </a:pPr>
            <a:r>
              <a:rPr lang="en-US" dirty="0"/>
              <a:t>Check multiple conditions in sequence.</a:t>
            </a:r>
          </a:p>
          <a:p>
            <a:pPr marL="0" indent="0">
              <a:buNone/>
            </a:pPr>
            <a:r>
              <a:rPr lang="en-US" dirty="0"/>
              <a:t>Syntax: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 cont’d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FD1E78-E38D-4378-BD37-7AF0C5E326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03" y="2438399"/>
            <a:ext cx="6063343" cy="451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57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9009B5B-4D3B-445D-AB33-2904C2291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4" y="1136650"/>
            <a:ext cx="4712480" cy="572135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95DC9B-8CFC-4F8A-BD2E-BD4F723A7F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144" y="1136649"/>
            <a:ext cx="7250856" cy="572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52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6469"/>
            <a:ext cx="12192000" cy="5624184"/>
          </a:xfrm>
        </p:spPr>
        <p:txBody>
          <a:bodyPr>
            <a:normAutofit/>
          </a:bodyPr>
          <a:lstStyle/>
          <a:p>
            <a:r>
              <a:rPr lang="en-US" b="1" dirty="0"/>
              <a:t>The ‘switch’ Statement</a:t>
            </a:r>
          </a:p>
          <a:p>
            <a:pPr marL="0" indent="0">
              <a:buNone/>
            </a:pPr>
            <a:r>
              <a:rPr lang="en-US" dirty="0"/>
              <a:t>Alternative to if else statements when checking the same variables against different values.</a:t>
            </a:r>
          </a:p>
          <a:p>
            <a:pPr marL="0" indent="0">
              <a:buNone/>
            </a:pPr>
            <a:r>
              <a:rPr lang="en-US" dirty="0"/>
              <a:t>Syntax: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 cont’d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BBDB34-478B-400F-922C-B2F0F661E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660" y="2760616"/>
            <a:ext cx="5048679" cy="409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56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1885C0-EEDD-4C3D-BB87-DA345A54A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9" y="1185017"/>
            <a:ext cx="5513614" cy="56729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72A45F-0206-4989-A105-FD79AD574F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192" y="1178495"/>
            <a:ext cx="5757454" cy="567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02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5169"/>
            <a:ext cx="12192000" cy="5702831"/>
          </a:xfrm>
        </p:spPr>
        <p:txBody>
          <a:bodyPr>
            <a:normAutofit/>
          </a:bodyPr>
          <a:lstStyle/>
          <a:p>
            <a:r>
              <a:rPr lang="en-US" b="1" dirty="0"/>
              <a:t>The ‘for’ loop</a:t>
            </a:r>
          </a:p>
          <a:p>
            <a:pPr marL="0" indent="0">
              <a:buNone/>
            </a:pPr>
            <a:r>
              <a:rPr lang="en-US" dirty="0"/>
              <a:t>Use when you know exactly how many times you want to loop.</a:t>
            </a:r>
          </a:p>
          <a:p>
            <a:pPr marL="0" indent="0">
              <a:buNone/>
            </a:pPr>
            <a:r>
              <a:rPr lang="en-US" dirty="0"/>
              <a:t>Syntax:  </a:t>
            </a:r>
          </a:p>
          <a:p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2: Loops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C580C7-E329-4F90-8AC7-9EC75C198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000" y="2679790"/>
            <a:ext cx="925830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62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3121EA0-626F-4E7A-85B6-CF481F569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430" y="1161691"/>
            <a:ext cx="5077096" cy="303584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887D19-97A9-4A51-9ED8-7BCF811060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1691"/>
            <a:ext cx="5077097" cy="30358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EA5D94-639A-4774-A89D-081E10E4EB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22754"/>
            <a:ext cx="5077097" cy="263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897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 cont’d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1E7380-CFD8-4570-BE0B-69B7D44EA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6468"/>
            <a:ext cx="12192000" cy="5721532"/>
          </a:xfrm>
        </p:spPr>
        <p:txBody>
          <a:bodyPr/>
          <a:lstStyle/>
          <a:p>
            <a:r>
              <a:rPr lang="en-US" b="1" dirty="0"/>
              <a:t>The ‘while’ loop</a:t>
            </a:r>
          </a:p>
          <a:p>
            <a:pPr marL="0" indent="0">
              <a:buNone/>
            </a:pPr>
            <a:r>
              <a:rPr lang="en-US" dirty="0"/>
              <a:t>Use when you don't know how many times you need to loop, but you know the condition to stop.</a:t>
            </a:r>
          </a:p>
          <a:p>
            <a:pPr marL="0" indent="0">
              <a:buNone/>
            </a:pPr>
            <a:r>
              <a:rPr lang="en-US" dirty="0"/>
              <a:t>Syntax:</a:t>
            </a:r>
          </a:p>
          <a:p>
            <a:endParaRPr lang="en-NG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5116FF-DFCF-4771-94D8-A8469F9902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318" y="2893503"/>
            <a:ext cx="560070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228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670E243-07C2-4674-967D-DADCC3044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6468"/>
            <a:ext cx="8972550" cy="5314950"/>
          </a:xfrm>
        </p:spPr>
      </p:pic>
    </p:spTree>
    <p:extLst>
      <p:ext uri="{BB962C8B-B14F-4D97-AF65-F5344CB8AC3E}">
        <p14:creationId xmlns:p14="http://schemas.microsoft.com/office/powerpoint/2010/main" val="3293754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 cont’d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472C2A-1E75-4D96-B6FA-256DEC863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6468"/>
            <a:ext cx="12192000" cy="5721532"/>
          </a:xfrm>
        </p:spPr>
        <p:txBody>
          <a:bodyPr/>
          <a:lstStyle/>
          <a:p>
            <a:r>
              <a:rPr lang="en-US" b="1" dirty="0"/>
              <a:t>Loop Control: ‘break’ and ‘continue’</a:t>
            </a:r>
          </a:p>
          <a:p>
            <a:pPr>
              <a:buFontTx/>
              <a:buChar char="-"/>
            </a:pPr>
            <a:r>
              <a:rPr lang="en-US" b="1" dirty="0"/>
              <a:t>‘</a:t>
            </a:r>
            <a:r>
              <a:rPr lang="en-US" dirty="0"/>
              <a:t>break’: Exit the loop immediately</a:t>
            </a:r>
          </a:p>
          <a:p>
            <a:pPr>
              <a:buFontTx/>
              <a:buChar char="-"/>
            </a:pPr>
            <a:r>
              <a:rPr lang="en-US" dirty="0"/>
              <a:t>‘continue’: Skip to the next iteration</a:t>
            </a:r>
            <a:endParaRPr lang="en-N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4C4760-26DC-40B8-A5DF-6ABC4AA75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77" y="2750475"/>
            <a:ext cx="5995852" cy="41075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C6384E-A805-4ED8-A687-AF8F8C7BA2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058" y="2750475"/>
            <a:ext cx="5995853" cy="410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89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250</Words>
  <Application>Microsoft Office PowerPoint</Application>
  <PresentationFormat>Widescreen</PresentationFormat>
  <Paragraphs>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CLASS 11 : CONTROL STRUCTURES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4 : ADVANCED HTML AND CSS</dc:title>
  <dc:creator>Lukman Jubril</dc:creator>
  <cp:lastModifiedBy>Lukman Jubril</cp:lastModifiedBy>
  <cp:revision>22</cp:revision>
  <dcterms:created xsi:type="dcterms:W3CDTF">2025-08-19T13:42:15Z</dcterms:created>
  <dcterms:modified xsi:type="dcterms:W3CDTF">2025-09-30T16:45:05Z</dcterms:modified>
</cp:coreProperties>
</file>