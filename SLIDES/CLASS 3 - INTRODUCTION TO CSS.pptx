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377F6-4F2E-489E-B6AE-BFE9BF111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861EDF-E5CA-430E-86D0-0DD6F859A5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364D4-924D-4449-A5DE-AD6771F8F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E9A8D-5978-4A90-A861-DEA2F32253C1}" type="datetimeFigureOut">
              <a:rPr lang="en-NG" smtClean="0"/>
              <a:t>03/22/2026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AE934-6164-4AEF-ADA3-1830183BE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24E5F-DFB8-4A06-93D1-D2A7C4EEA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1A2DB-5B97-4031-A868-1C0A5A613BA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262820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0A2C2-5D5D-423B-94EA-0B2CF67B9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4C8AA-496A-4BF8-848E-B08520943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DCED0-4180-4C65-8EDE-D9318185D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E9A8D-5978-4A90-A861-DEA2F32253C1}" type="datetimeFigureOut">
              <a:rPr lang="en-NG" smtClean="0"/>
              <a:t>03/22/2026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8F719-2292-44D6-ACFF-F6B930ADF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853A5-317C-4AA5-92AD-022389115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1A2DB-5B97-4031-A868-1C0A5A613BA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146388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B8F1C-09CB-4A72-A7DE-F773368E3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C6EC56-4DB0-49AC-9B61-C607DDCA3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4025D-14D6-40D1-9436-2635166BE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E9A8D-5978-4A90-A861-DEA2F32253C1}" type="datetimeFigureOut">
              <a:rPr lang="en-NG" smtClean="0"/>
              <a:t>03/22/2026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3621F-6626-4673-A46F-112BA0EFC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EABBE-9CCD-4577-A3B9-2CCBEA93E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1A2DB-5B97-4031-A868-1C0A5A613BA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207194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C8D1B-3ADC-4683-B62E-F19AF532F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1D28D-CB72-4A94-90BC-0AD70B453C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34D821-6321-44B8-B47B-EC612281CA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AB414A-D87E-4CD0-962F-9F858BE51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E9A8D-5978-4A90-A861-DEA2F32253C1}" type="datetimeFigureOut">
              <a:rPr lang="en-NG" smtClean="0"/>
              <a:t>03/22/2026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5380F1-B6BB-4DB6-ACA6-061B7483F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75FAA-8EEB-4C7D-8F74-BDB1996CA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1A2DB-5B97-4031-A868-1C0A5A613BA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909926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C801B-124E-4990-A96E-0C860D1C1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6B0EB9-5A7A-4EC0-9855-F2E188948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A4F367-5F99-43E9-ABE9-DF909902B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63659E-3F91-4AEC-8341-C62978D760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5878B9-5984-4814-934F-2703F0ACA6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1D2345-12D1-4C06-ABB9-E8FFFF37B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E9A8D-5978-4A90-A861-DEA2F32253C1}" type="datetimeFigureOut">
              <a:rPr lang="en-NG" smtClean="0"/>
              <a:t>03/22/2026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3452A9-B811-4D02-949C-7ADF0ED05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18CF98-9797-4A76-B35C-891FF83AB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1A2DB-5B97-4031-A868-1C0A5A613BA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30910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87CFE-FD72-4B0C-A8A8-9583F08D3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0A1B50-71AF-4791-8BC0-8F0DB69B5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E9A8D-5978-4A90-A861-DEA2F32253C1}" type="datetimeFigureOut">
              <a:rPr lang="en-NG" smtClean="0"/>
              <a:t>03/22/2026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90727E-BB6C-4769-936F-803CEA192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05FC98-B584-4519-8566-1A9841F4B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1A2DB-5B97-4031-A868-1C0A5A613BA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678256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3A99D4-1635-429F-B50A-2DD343F98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E9A8D-5978-4A90-A861-DEA2F32253C1}" type="datetimeFigureOut">
              <a:rPr lang="en-NG" smtClean="0"/>
              <a:t>03/22/2026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4E31C9-4AB9-4A90-A03A-702D66B52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8A4912-CAB3-4C6A-B2E1-58878643D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1A2DB-5B97-4031-A868-1C0A5A613BA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180204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78F31-137A-4EB4-B06F-5D7B746AE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93133-5331-476D-811A-4E5588453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BA3E11-6A94-4892-B044-41489E42C9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A2435F-6C7A-445C-ABE2-21A08B9D2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E9A8D-5978-4A90-A861-DEA2F32253C1}" type="datetimeFigureOut">
              <a:rPr lang="en-NG" smtClean="0"/>
              <a:t>03/22/2026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EB57AC-6117-4139-827F-3CC5B856F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BDC27-6E68-4408-915D-058B645CD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1A2DB-5B97-4031-A868-1C0A5A613BA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43269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1B467-B74F-4EAE-98D9-B5C3C1106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76FF5-9DF1-42FB-9970-C3EB04BFEF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F68317-1468-46DD-95E9-9396C85AA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BEB6B4-2823-4496-9685-DB2F2F789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E9A8D-5978-4A90-A861-DEA2F32253C1}" type="datetimeFigureOut">
              <a:rPr lang="en-NG" smtClean="0"/>
              <a:t>03/22/2026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9D107B-25B2-49D7-B58D-17FA666EF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020C5-6A0C-41CC-9ED3-BFD502320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1A2DB-5B97-4031-A868-1C0A5A613BA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37994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AE669-E4F5-45B3-9486-4E53D8DA1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62CB7-2DCD-44BE-8E08-EED53A87C6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3C6AC-F126-4054-B6F7-760BC336B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E9A8D-5978-4A90-A861-DEA2F32253C1}" type="datetimeFigureOut">
              <a:rPr lang="en-NG" smtClean="0"/>
              <a:t>03/22/2026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0E28F-D46A-468D-ADA9-C1412886B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3BD4B-83EB-4E92-9A90-770A07884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1A2DB-5B97-4031-A868-1C0A5A613BA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364844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68E286-B146-41A3-B250-4E9D394EF9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FBEFB6-10EE-47A5-B292-2B2AE9E66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54866-FF26-4066-8F3C-F6AAE3D60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E9A8D-5978-4A90-A861-DEA2F32253C1}" type="datetimeFigureOut">
              <a:rPr lang="en-NG" smtClean="0"/>
              <a:t>03/22/2026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2D2B6-828F-44B2-AD7D-DAC0DF378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FC0F0-EA57-4FCA-B13E-6BA083A7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1A2DB-5B97-4031-A868-1C0A5A613BA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342934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96FF96-F00A-41EC-A694-9E8ED58B1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AF33D-0530-449F-A489-734AB7B8E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B29E9-2140-4F04-BDD1-3B10115E4E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DE9A8D-5978-4A90-A861-DEA2F32253C1}" type="datetimeFigureOut">
              <a:rPr lang="en-NG" smtClean="0"/>
              <a:t>03/22/2026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E3E55-ABCA-4DA6-91CA-5BE241A9F5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4151C-CA5D-4299-901F-381868BD62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A1A2DB-5B97-4031-A868-1C0A5A613BA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173038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166F8-5644-4BD7-B045-FD51A0811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69550"/>
            <a:ext cx="9144000" cy="2387600"/>
          </a:xfrm>
        </p:spPr>
        <p:txBody>
          <a:bodyPr/>
          <a:lstStyle/>
          <a:p>
            <a:r>
              <a:rPr lang="en-US" b="1" dirty="0"/>
              <a:t>CLASS 3: INTRODUCTION TO CSS</a:t>
            </a:r>
            <a:endParaRPr lang="en-NG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2BC0F1-EE60-4F79-9E02-461795EBC06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61" y="1762129"/>
            <a:ext cx="10541991" cy="2804748"/>
          </a:xfrm>
          <a:prstGeom prst="rect">
            <a:avLst/>
          </a:prstGeom>
          <a:effectLst>
            <a:outerShdw dist="50800" sx="1000" sy="1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3984787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A3B54-A9D7-4613-A418-C2E8E62B1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02030"/>
            <a:ext cx="12192000" cy="635597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is CSS ?</a:t>
            </a:r>
          </a:p>
          <a:p>
            <a:pPr marL="0" indent="0">
              <a:buNone/>
            </a:pPr>
            <a:r>
              <a:rPr lang="en-US" dirty="0"/>
              <a:t>CSS (Cascading style Sheets) styles HTML elements ➡️ </a:t>
            </a:r>
            <a:r>
              <a:rPr lang="en-US" i="1" dirty="0"/>
              <a:t>controls visual presentation (colors, layout, fonts)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dirty="0"/>
              <a:t>Why CSS Matters ?</a:t>
            </a:r>
          </a:p>
          <a:p>
            <a:r>
              <a:rPr lang="en-US" dirty="0"/>
              <a:t>Consistency: Style entire websites from one file</a:t>
            </a:r>
          </a:p>
          <a:p>
            <a:r>
              <a:rPr lang="en-US" dirty="0"/>
              <a:t>Efficiency: Change design globally in seconds.</a:t>
            </a:r>
          </a:p>
          <a:p>
            <a:r>
              <a:rPr lang="en-US" dirty="0"/>
              <a:t>Responsiveness: Adapt layouts for mobile/desktop</a:t>
            </a:r>
          </a:p>
          <a:p>
            <a:r>
              <a:rPr lang="en-US" dirty="0"/>
              <a:t>Creative Control: Precise positioning and effects/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3B28C5-DBE8-4530-8D76-2A8E6E1665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3764" y="-1"/>
            <a:ext cx="1886945" cy="50203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FEA2B5-2CB4-457A-8274-0190E897BA57}"/>
              </a:ext>
            </a:extLst>
          </p:cNvPr>
          <p:cNvSpPr/>
          <p:nvPr/>
        </p:nvSpPr>
        <p:spPr>
          <a:xfrm>
            <a:off x="0" y="74024"/>
            <a:ext cx="303007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A94B03-E530-450D-B755-0DFA6D713101}"/>
              </a:ext>
            </a:extLst>
          </p:cNvPr>
          <p:cNvSpPr/>
          <p:nvPr/>
        </p:nvSpPr>
        <p:spPr>
          <a:xfrm>
            <a:off x="3397623" y="152400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5A6569-A9CA-4B85-8260-CE28EDA4A10C}"/>
              </a:ext>
            </a:extLst>
          </p:cNvPr>
          <p:cNvSpPr/>
          <p:nvPr/>
        </p:nvSpPr>
        <p:spPr>
          <a:xfrm>
            <a:off x="7243482" y="152400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EFBE74-CC5B-4484-8D27-2A5712D5F133}"/>
              </a:ext>
            </a:extLst>
          </p:cNvPr>
          <p:cNvSpPr/>
          <p:nvPr/>
        </p:nvSpPr>
        <p:spPr>
          <a:xfrm>
            <a:off x="187235" y="5773783"/>
            <a:ext cx="9113520" cy="582187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/>
              <a:t>“If HTML is a house’s frame, CSS is the paint, furniture, and lighting.”</a:t>
            </a:r>
          </a:p>
        </p:txBody>
      </p:sp>
    </p:spTree>
    <p:extLst>
      <p:ext uri="{BB962C8B-B14F-4D97-AF65-F5344CB8AC3E}">
        <p14:creationId xmlns:p14="http://schemas.microsoft.com/office/powerpoint/2010/main" val="3257331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A3B54-A9D7-4613-A418-C2E8E62B1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02030"/>
            <a:ext cx="12192000" cy="635597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3 Methods to add CSS: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3B28C5-DBE8-4530-8D76-2A8E6E1665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FEA2B5-2CB4-457A-8274-0190E897BA57}"/>
              </a:ext>
            </a:extLst>
          </p:cNvPr>
          <p:cNvSpPr/>
          <p:nvPr/>
        </p:nvSpPr>
        <p:spPr>
          <a:xfrm>
            <a:off x="0" y="100149"/>
            <a:ext cx="303007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A94B03-E530-450D-B755-0DFA6D713101}"/>
              </a:ext>
            </a:extLst>
          </p:cNvPr>
          <p:cNvSpPr/>
          <p:nvPr/>
        </p:nvSpPr>
        <p:spPr>
          <a:xfrm>
            <a:off x="3397623" y="10014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5A6569-A9CA-4B85-8260-CE28EDA4A10C}"/>
              </a:ext>
            </a:extLst>
          </p:cNvPr>
          <p:cNvSpPr/>
          <p:nvPr/>
        </p:nvSpPr>
        <p:spPr>
          <a:xfrm>
            <a:off x="7243482" y="152400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0E6CF7-0BE4-460F-99E2-96216F7D3E7B}"/>
              </a:ext>
            </a:extLst>
          </p:cNvPr>
          <p:cNvSpPr/>
          <p:nvPr/>
        </p:nvSpPr>
        <p:spPr>
          <a:xfrm>
            <a:off x="3397623" y="47898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21CCF1-A25D-4B57-968E-83BC87DD459B}"/>
              </a:ext>
            </a:extLst>
          </p:cNvPr>
          <p:cNvSpPr/>
          <p:nvPr/>
        </p:nvSpPr>
        <p:spPr>
          <a:xfrm>
            <a:off x="-17418" y="554281"/>
            <a:ext cx="4493623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Linking CSS to HTML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6DFC5C6-A955-4116-ACAD-A3EDCF50EC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827698"/>
              </p:ext>
            </p:extLst>
          </p:nvPr>
        </p:nvGraphicFramePr>
        <p:xfrm>
          <a:off x="116114" y="2055223"/>
          <a:ext cx="8975634" cy="450523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91878">
                  <a:extLst>
                    <a:ext uri="{9D8B030D-6E8A-4147-A177-3AD203B41FA5}">
                      <a16:colId xmlns:a16="http://schemas.microsoft.com/office/drawing/2014/main" val="3878191452"/>
                    </a:ext>
                  </a:extLst>
                </a:gridCol>
                <a:gridCol w="2991878">
                  <a:extLst>
                    <a:ext uri="{9D8B030D-6E8A-4147-A177-3AD203B41FA5}">
                      <a16:colId xmlns:a16="http://schemas.microsoft.com/office/drawing/2014/main" val="1661995520"/>
                    </a:ext>
                  </a:extLst>
                </a:gridCol>
                <a:gridCol w="2991878">
                  <a:extLst>
                    <a:ext uri="{9D8B030D-6E8A-4147-A177-3AD203B41FA5}">
                      <a16:colId xmlns:a16="http://schemas.microsoft.com/office/drawing/2014/main" val="216109568"/>
                    </a:ext>
                  </a:extLst>
                </a:gridCol>
              </a:tblGrid>
              <a:tr h="11263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Method</a:t>
                      </a:r>
                      <a:endParaRPr lang="en-NG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How to use</a:t>
                      </a:r>
                      <a:endParaRPr lang="en-NG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Use case</a:t>
                      </a:r>
                      <a:endParaRPr lang="en-NG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036072"/>
                  </a:ext>
                </a:extLst>
              </a:tr>
              <a:tr h="1126309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External CSS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&lt;link </a:t>
                      </a:r>
                      <a:r>
                        <a:rPr lang="en-US" dirty="0" err="1"/>
                        <a:t>href</a:t>
                      </a:r>
                      <a:r>
                        <a:rPr lang="en-US" dirty="0"/>
                        <a:t>=“styles.css” </a:t>
                      </a:r>
                      <a:r>
                        <a:rPr lang="en-US" dirty="0" err="1"/>
                        <a:t>rel</a:t>
                      </a:r>
                      <a:r>
                        <a:rPr lang="en-US" dirty="0"/>
                        <a:t>=“stylesheet”&gt; in the head tag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Best practice (reuseable across pages).</a:t>
                      </a:r>
                      <a:endParaRPr lang="en-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613954"/>
                  </a:ext>
                </a:extLst>
              </a:tr>
              <a:tr h="1126309">
                <a:tc>
                  <a:txBody>
                    <a:bodyPr/>
                    <a:lstStyle/>
                    <a:p>
                      <a:r>
                        <a:rPr lang="en-US" dirty="0"/>
                        <a:t>Internal CSS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&lt;style&gt;&lt;/style&gt; in the head tag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Single page projects.</a:t>
                      </a:r>
                      <a:endParaRPr lang="en-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154827"/>
                  </a:ext>
                </a:extLst>
              </a:tr>
              <a:tr h="1126309">
                <a:tc>
                  <a:txBody>
                    <a:bodyPr/>
                    <a:lstStyle/>
                    <a:p>
                      <a:r>
                        <a:rPr lang="en-US" dirty="0"/>
                        <a:t>Inline CSS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&lt;h1 style=“color: red;”&gt;A text&lt;/h1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Avoid (mixes structure / style).</a:t>
                      </a:r>
                      <a:endParaRPr lang="en-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850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0693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A3B54-A9D7-4613-A418-C2E8E62B1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02030"/>
            <a:ext cx="12192000" cy="635597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 (External CSS):</a:t>
            </a:r>
          </a:p>
          <a:p>
            <a:pPr marL="0" indent="0">
              <a:buNone/>
            </a:pPr>
            <a:endParaRPr lang="en-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3B28C5-DBE8-4530-8D76-2A8E6E1665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FEA2B5-2CB4-457A-8274-0190E897BA57}"/>
              </a:ext>
            </a:extLst>
          </p:cNvPr>
          <p:cNvSpPr/>
          <p:nvPr/>
        </p:nvSpPr>
        <p:spPr>
          <a:xfrm>
            <a:off x="0" y="100149"/>
            <a:ext cx="303007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A94B03-E530-450D-B755-0DFA6D713101}"/>
              </a:ext>
            </a:extLst>
          </p:cNvPr>
          <p:cNvSpPr/>
          <p:nvPr/>
        </p:nvSpPr>
        <p:spPr>
          <a:xfrm>
            <a:off x="3397623" y="10014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5A6569-A9CA-4B85-8260-CE28EDA4A10C}"/>
              </a:ext>
            </a:extLst>
          </p:cNvPr>
          <p:cNvSpPr/>
          <p:nvPr/>
        </p:nvSpPr>
        <p:spPr>
          <a:xfrm>
            <a:off x="7243482" y="152400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0E6CF7-0BE4-460F-99E2-96216F7D3E7B}"/>
              </a:ext>
            </a:extLst>
          </p:cNvPr>
          <p:cNvSpPr/>
          <p:nvPr/>
        </p:nvSpPr>
        <p:spPr>
          <a:xfrm>
            <a:off x="3397623" y="47898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21CCF1-A25D-4B57-968E-83BC87DD459B}"/>
              </a:ext>
            </a:extLst>
          </p:cNvPr>
          <p:cNvSpPr/>
          <p:nvPr/>
        </p:nvSpPr>
        <p:spPr>
          <a:xfrm>
            <a:off x="0" y="554281"/>
            <a:ext cx="4541520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Linking CSS to HTML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CC9A1E-9556-457A-964D-D2BA007DA4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99" y="2106257"/>
            <a:ext cx="6355788" cy="37819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0D07B89-6E27-40EA-938F-1ACEB53F94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361" y="2106256"/>
            <a:ext cx="4401164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195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A3B54-A9D7-4613-A418-C2E8E62B1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02030"/>
            <a:ext cx="12192000" cy="635597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 (External CSS):</a:t>
            </a:r>
          </a:p>
          <a:p>
            <a:r>
              <a:rPr lang="en-US" dirty="0"/>
              <a:t>Selector: Targets HTML element(s) (e.g. h1, class, #id).</a:t>
            </a:r>
          </a:p>
          <a:p>
            <a:r>
              <a:rPr lang="en-US" dirty="0"/>
              <a:t>Declaration Block: { } contains styling rules.</a:t>
            </a:r>
          </a:p>
          <a:p>
            <a:r>
              <a:rPr lang="en-US" dirty="0"/>
              <a:t>Property: Aspect to change (e.g., color, font-size)/</a:t>
            </a:r>
          </a:p>
          <a:p>
            <a:r>
              <a:rPr lang="en-US" dirty="0"/>
              <a:t>Value: Specific setting (e.g., blue, 24px)</a:t>
            </a:r>
          </a:p>
          <a:p>
            <a:pPr marL="0" indent="0">
              <a:buNone/>
            </a:pPr>
            <a:endParaRPr lang="en-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3B28C5-DBE8-4530-8D76-2A8E6E1665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FEA2B5-2CB4-457A-8274-0190E897BA57}"/>
              </a:ext>
            </a:extLst>
          </p:cNvPr>
          <p:cNvSpPr/>
          <p:nvPr/>
        </p:nvSpPr>
        <p:spPr>
          <a:xfrm>
            <a:off x="0" y="100149"/>
            <a:ext cx="303007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A94B03-E530-450D-B755-0DFA6D713101}"/>
              </a:ext>
            </a:extLst>
          </p:cNvPr>
          <p:cNvSpPr/>
          <p:nvPr/>
        </p:nvSpPr>
        <p:spPr>
          <a:xfrm>
            <a:off x="3397623" y="10014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5A6569-A9CA-4B85-8260-CE28EDA4A10C}"/>
              </a:ext>
            </a:extLst>
          </p:cNvPr>
          <p:cNvSpPr/>
          <p:nvPr/>
        </p:nvSpPr>
        <p:spPr>
          <a:xfrm>
            <a:off x="7243482" y="152400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0E6CF7-0BE4-460F-99E2-96216F7D3E7B}"/>
              </a:ext>
            </a:extLst>
          </p:cNvPr>
          <p:cNvSpPr/>
          <p:nvPr/>
        </p:nvSpPr>
        <p:spPr>
          <a:xfrm>
            <a:off x="3397623" y="47898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21CCF1-A25D-4B57-968E-83BC87DD459B}"/>
              </a:ext>
            </a:extLst>
          </p:cNvPr>
          <p:cNvSpPr/>
          <p:nvPr/>
        </p:nvSpPr>
        <p:spPr>
          <a:xfrm>
            <a:off x="0" y="554281"/>
            <a:ext cx="4541520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Linking CSS to HTML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136D06-8362-4D45-A327-5C89DA4F37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628" y="4039489"/>
            <a:ext cx="5808875" cy="262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965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A3B54-A9D7-4613-A418-C2E8E62B1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02030"/>
            <a:ext cx="12192000" cy="635597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 (Internal CSS):</a:t>
            </a:r>
          </a:p>
          <a:p>
            <a:r>
              <a:rPr lang="en-US" dirty="0"/>
              <a:t>Selector: Targets HTML element(s) (e.g. h1, class, #id).</a:t>
            </a:r>
          </a:p>
          <a:p>
            <a:r>
              <a:rPr lang="en-US" dirty="0"/>
              <a:t>Declaration Block: { } contains styling rules.</a:t>
            </a:r>
          </a:p>
          <a:p>
            <a:r>
              <a:rPr lang="en-US" dirty="0"/>
              <a:t>Property: Aspect to change (e.g., color, font-size)</a:t>
            </a:r>
          </a:p>
          <a:p>
            <a:r>
              <a:rPr lang="en-US" dirty="0"/>
              <a:t>Value: Specific setting (e.g., blue, 24px)</a:t>
            </a:r>
          </a:p>
          <a:p>
            <a:pPr marL="0" indent="0">
              <a:buNone/>
            </a:pPr>
            <a:endParaRPr lang="en-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3B28C5-DBE8-4530-8D76-2A8E6E1665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FEA2B5-2CB4-457A-8274-0190E897BA57}"/>
              </a:ext>
            </a:extLst>
          </p:cNvPr>
          <p:cNvSpPr/>
          <p:nvPr/>
        </p:nvSpPr>
        <p:spPr>
          <a:xfrm>
            <a:off x="0" y="100149"/>
            <a:ext cx="303007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A94B03-E530-450D-B755-0DFA6D713101}"/>
              </a:ext>
            </a:extLst>
          </p:cNvPr>
          <p:cNvSpPr/>
          <p:nvPr/>
        </p:nvSpPr>
        <p:spPr>
          <a:xfrm>
            <a:off x="3397623" y="10014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5A6569-A9CA-4B85-8260-CE28EDA4A10C}"/>
              </a:ext>
            </a:extLst>
          </p:cNvPr>
          <p:cNvSpPr/>
          <p:nvPr/>
        </p:nvSpPr>
        <p:spPr>
          <a:xfrm>
            <a:off x="7243482" y="152400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0E6CF7-0BE4-460F-99E2-96216F7D3E7B}"/>
              </a:ext>
            </a:extLst>
          </p:cNvPr>
          <p:cNvSpPr/>
          <p:nvPr/>
        </p:nvSpPr>
        <p:spPr>
          <a:xfrm>
            <a:off x="3397623" y="47898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21CCF1-A25D-4B57-968E-83BC87DD459B}"/>
              </a:ext>
            </a:extLst>
          </p:cNvPr>
          <p:cNvSpPr/>
          <p:nvPr/>
        </p:nvSpPr>
        <p:spPr>
          <a:xfrm>
            <a:off x="0" y="554281"/>
            <a:ext cx="4541520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Linking CSS to HTML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E8D2E6-49DC-4B1D-98EC-2761298C07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3174" y="2722063"/>
            <a:ext cx="4258269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66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A3B54-A9D7-4613-A418-C2E8E62B1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02030"/>
            <a:ext cx="12192000" cy="635597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 (Inline CSS):</a:t>
            </a:r>
          </a:p>
          <a:p>
            <a:r>
              <a:rPr lang="en-US" dirty="0"/>
              <a:t>Property: Aspect to change (e.g., color, font-size)</a:t>
            </a:r>
          </a:p>
          <a:p>
            <a:r>
              <a:rPr lang="en-US" dirty="0"/>
              <a:t>Value: Specific setting (e.g., blue, 24px)</a:t>
            </a:r>
          </a:p>
          <a:p>
            <a:pPr marL="0" indent="0">
              <a:buNone/>
            </a:pPr>
            <a:endParaRPr lang="en-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3B28C5-DBE8-4530-8D76-2A8E6E1665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FEA2B5-2CB4-457A-8274-0190E897BA57}"/>
              </a:ext>
            </a:extLst>
          </p:cNvPr>
          <p:cNvSpPr/>
          <p:nvPr/>
        </p:nvSpPr>
        <p:spPr>
          <a:xfrm>
            <a:off x="0" y="100149"/>
            <a:ext cx="303007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A94B03-E530-450D-B755-0DFA6D713101}"/>
              </a:ext>
            </a:extLst>
          </p:cNvPr>
          <p:cNvSpPr/>
          <p:nvPr/>
        </p:nvSpPr>
        <p:spPr>
          <a:xfrm>
            <a:off x="3397623" y="10014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5A6569-A9CA-4B85-8260-CE28EDA4A10C}"/>
              </a:ext>
            </a:extLst>
          </p:cNvPr>
          <p:cNvSpPr/>
          <p:nvPr/>
        </p:nvSpPr>
        <p:spPr>
          <a:xfrm>
            <a:off x="7243482" y="152400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0E6CF7-0BE4-460F-99E2-96216F7D3E7B}"/>
              </a:ext>
            </a:extLst>
          </p:cNvPr>
          <p:cNvSpPr/>
          <p:nvPr/>
        </p:nvSpPr>
        <p:spPr>
          <a:xfrm>
            <a:off x="3397623" y="47898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21CCF1-A25D-4B57-968E-83BC87DD459B}"/>
              </a:ext>
            </a:extLst>
          </p:cNvPr>
          <p:cNvSpPr/>
          <p:nvPr/>
        </p:nvSpPr>
        <p:spPr>
          <a:xfrm>
            <a:off x="0" y="554281"/>
            <a:ext cx="4541520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Linking CSS to HTML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A45650-003A-4BC4-AEFF-0189E20F8D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510" y="3518262"/>
            <a:ext cx="9642307" cy="72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140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338</Words>
  <Application>Microsoft Office PowerPoint</Application>
  <PresentationFormat>Widescreen</PresentationFormat>
  <Paragraphs>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CLASS 3: INTRODUCTION TO CSS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3: INTRODUCTION TO CSS</dc:title>
  <dc:creator>Lukman Jubril</dc:creator>
  <cp:lastModifiedBy>ebunoluwa adebimpe</cp:lastModifiedBy>
  <cp:revision>13</cp:revision>
  <dcterms:created xsi:type="dcterms:W3CDTF">2025-08-12T14:07:04Z</dcterms:created>
  <dcterms:modified xsi:type="dcterms:W3CDTF">2026-03-22T20:17:50Z</dcterms:modified>
</cp:coreProperties>
</file>