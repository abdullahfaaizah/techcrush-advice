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33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450D-D7D9-4198-A550-B1DCEE272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B0B18-E558-42C2-AF16-868118C03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5AC66-B5FB-45DA-832C-FDDF02581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19/09/2025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C0420-8147-4A86-86EA-CDC29CD56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6374-75F4-4963-A267-257F140A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6077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87F6A-7F1C-4781-B23D-3A3502100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B9C45-A98A-4350-8064-B2FF2EE1E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6B8-8B9E-403F-A0F4-41A85B932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19/09/2025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E181A-6F20-4422-827C-13850FD3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E7ADE-5719-41AB-B2F7-F41ECA70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9758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22E3-BFD2-4705-8246-A9747D0AF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5B220-62FE-4070-87BB-5409C885B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49C81-BC86-4C8B-8F9D-A54B3F589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19/09/2025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7944B-C4E7-439C-9822-4C99E8B3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4F032-A581-4F65-B810-A9FFC8564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8071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38AC1-C2F6-4725-844C-3D52A50DC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199CE-9932-422C-9390-7ED25645E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DB1A4-559D-473D-8D03-BE9FBC0D8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D57A9-2306-4059-ADF7-2545F50A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19/09/2025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AD0EC-D120-4E97-B53E-E6DBE125C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8667D-DF1E-4D95-B0FD-69798B71C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24034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A155-E48B-42A7-8B38-693D62C24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D294B-3EC0-495B-9C08-B2A824ED1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FF4DB-A66D-4F6D-89AA-487FCFA1D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0AE3C-8791-45AD-82B6-FFDB1D3C9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3341A2-5435-4CEE-9133-F62B4EE92E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C6359-D35B-4F8A-A952-DBA81EF1F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19/09/2025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3F5C1-3E69-4026-BC30-8BCC817B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5F9BFB-381C-4F1F-BB51-8900F1A7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14364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A3CD-90EB-49BF-A555-B5083AA7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E97BB-9551-43D8-8522-8433B5574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19/09/2025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CA9AC-0536-44EA-A68A-491A49B5F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E5173-55B2-4618-9B94-2780F626C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89291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C9065C-8915-4F2C-9BB1-DCA246229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19/09/2025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C88218-F778-4A09-AFFB-42CBFE38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298E4-2C73-4034-BA1F-696867E0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56430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27D0-9930-4BDA-9198-9D3C0B097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0A7C-DBB7-430A-BB1A-6CB7A9A15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4BE5-12FE-4566-A442-AAA564380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84D0F-F825-47C2-89B8-FCAA60F6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19/09/2025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904BB-8B50-40EF-BE65-C29721285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1EF01-E1BA-4321-A539-52E6F243E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9132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085C-E343-4BB8-AF24-35CA6202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BA5554-AB01-490F-BDB1-A2435EEF13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2FC3C-7900-4E0F-BD08-4CE549D00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48664-1412-474B-93F0-3E8E3D3A6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19/09/2025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8686A-5E2A-40DF-90A0-A892BC491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4929-C5B5-4BB0-9C03-637FECAA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17424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DE6F9-6E84-444C-93F8-2CE9558D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898D2-7DB7-4188-92AB-7B8F46F40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1674A-7A0C-474B-A81F-3128DE5F4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19/09/2025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3A075-BC88-4832-B59B-0E7EC875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65E7E-51D2-41FF-954C-CF301B0B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34641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6A635C-8848-45E3-AE0D-FA45A35E59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F28C5-2CD6-4633-82AE-F29BBF2D5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B9C02-E0A8-45FC-BD75-D0F1781F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19/09/2025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E99E5-3DA9-43A8-A7C8-E6B364BAA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C2C56-993E-453D-97EB-A574BE27E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40736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DD6688-E418-4807-BC2A-FE99629E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8E225-4FE7-490E-A36A-A6EB8EE86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4DDEB-70B7-42FD-A3F0-4141986CA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92436-51E9-435A-B360-4669E355F4EE}" type="datetimeFigureOut">
              <a:rPr lang="en-NG" smtClean="0"/>
              <a:t>19/09/2025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DA873-AECF-4626-A81A-F66F7B54E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D14A9-563E-4A48-BC80-5DDCBB2AD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860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C202-0F4D-44CF-B7EF-E418A40707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CLASS 8 : CSS GRID</a:t>
            </a: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448C0-C3A9-4631-AB8E-63CF100B16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2C075-8F43-48B3-BC17-891B366505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58" y="1963791"/>
            <a:ext cx="10541991" cy="2804748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563946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8"/>
            <a:ext cx="10515600" cy="4351338"/>
          </a:xfrm>
        </p:spPr>
        <p:txBody>
          <a:bodyPr/>
          <a:lstStyle/>
          <a:p>
            <a:r>
              <a:rPr lang="en-US" b="1" dirty="0"/>
              <a:t> Grid Container and Grid Items : </a:t>
            </a:r>
            <a:r>
              <a:rPr lang="en-US" dirty="0"/>
              <a:t>Just like Flexbox, Grid involves a parent element and its direct children.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Grid Container : The element that holds the grid. You create by setting “display: grid;”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Grid Items: The direct children of the Grid Container. They are automatically place into the grid cells.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Introduction: GRID</a:t>
            </a:r>
          </a:p>
        </p:txBody>
      </p:sp>
    </p:spTree>
    <p:extLst>
      <p:ext uri="{BB962C8B-B14F-4D97-AF65-F5344CB8AC3E}">
        <p14:creationId xmlns:p14="http://schemas.microsoft.com/office/powerpoint/2010/main" val="1661904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/>
          <a:lstStyle/>
          <a:p>
            <a:r>
              <a:rPr lang="en-US" b="1" dirty="0"/>
              <a:t>Grid Lines:</a:t>
            </a:r>
            <a:r>
              <a:rPr lang="en-US" dirty="0"/>
              <a:t> The dividing lines that make up the structure of the grid. They can be vertical (column grid lines) or horizontal (row grid lines). They are numbered starting from 1.</a:t>
            </a:r>
          </a:p>
          <a:p>
            <a:r>
              <a:rPr lang="en-US" b="1" dirty="0"/>
              <a:t>Grid Track:</a:t>
            </a:r>
            <a:r>
              <a:rPr lang="en-US" dirty="0"/>
              <a:t> The space between two adjacent grid lines. This is a </a:t>
            </a:r>
            <a:r>
              <a:rPr lang="en-US" b="1" dirty="0"/>
              <a:t>row</a:t>
            </a:r>
            <a:r>
              <a:rPr lang="en-US" dirty="0"/>
              <a:t> (horizontal track) or a </a:t>
            </a:r>
            <a:r>
              <a:rPr lang="en-US" b="1" dirty="0"/>
              <a:t>column</a:t>
            </a:r>
            <a:r>
              <a:rPr lang="en-US" dirty="0"/>
              <a:t> (vertical track).</a:t>
            </a:r>
          </a:p>
          <a:p>
            <a:r>
              <a:rPr lang="en-US" b="1" dirty="0"/>
              <a:t>Grid Cell:</a:t>
            </a:r>
            <a:r>
              <a:rPr lang="en-US" dirty="0"/>
              <a:t> The single unit of a grid, where a row and column intersect. It's like a table cell.</a:t>
            </a:r>
          </a:p>
          <a:p>
            <a:r>
              <a:rPr lang="en-US" b="1" dirty="0"/>
              <a:t>Grid Area:</a:t>
            </a:r>
            <a:r>
              <a:rPr lang="en-US" dirty="0"/>
              <a:t> A rectangular area made up of one or more adjacent grid cells. You define it by specifying starting and ending grid lines.</a:t>
            </a: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The Anatomy of a Grid</a:t>
            </a:r>
          </a:p>
        </p:txBody>
      </p:sp>
    </p:spTree>
    <p:extLst>
      <p:ext uri="{BB962C8B-B14F-4D97-AF65-F5344CB8AC3E}">
        <p14:creationId xmlns:p14="http://schemas.microsoft.com/office/powerpoint/2010/main" val="422106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425665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Defining the Grid (Container Properties)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C3A5D4-7E26-4874-8C52-385123FF0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961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- grid-templates-columns &amp; grid-template-rows</a:t>
            </a:r>
          </a:p>
          <a:p>
            <a:r>
              <a:rPr lang="en-US" dirty="0"/>
              <a:t>These properties define the number and sizes of the columns and rows in your grid.</a:t>
            </a:r>
          </a:p>
          <a:p>
            <a:pPr marL="0" indent="0">
              <a:buNone/>
            </a:pPr>
            <a:r>
              <a:rPr lang="en-US" b="1" dirty="0"/>
              <a:t>Values:</a:t>
            </a:r>
          </a:p>
          <a:p>
            <a:r>
              <a:rPr lang="en-US" dirty="0"/>
              <a:t>Fixed units: px, rem</a:t>
            </a:r>
          </a:p>
          <a:p>
            <a:r>
              <a:rPr lang="en-US" dirty="0"/>
              <a:t>Fluid units: %, </a:t>
            </a:r>
            <a:r>
              <a:rPr lang="en-US" dirty="0" err="1"/>
              <a:t>fr</a:t>
            </a:r>
            <a:endParaRPr lang="en-US" dirty="0"/>
          </a:p>
          <a:p>
            <a:endParaRPr lang="en-N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567767-CCDE-47DA-A0DA-40A748F3D36B}"/>
              </a:ext>
            </a:extLst>
          </p:cNvPr>
          <p:cNvSpPr/>
          <p:nvPr/>
        </p:nvSpPr>
        <p:spPr>
          <a:xfrm>
            <a:off x="6662" y="5727469"/>
            <a:ext cx="10515600" cy="590204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/>
              <a:t>The </a:t>
            </a:r>
            <a:r>
              <a:rPr lang="en-US" i="1" dirty="0" err="1"/>
              <a:t>fr</a:t>
            </a:r>
            <a:r>
              <a:rPr lang="en-US" i="1" dirty="0"/>
              <a:t> (fraction) unit: This is a powerful new unit created for Grid. It represent a fraction of the available free space in the grid container</a:t>
            </a:r>
          </a:p>
        </p:txBody>
      </p:sp>
    </p:spTree>
    <p:extLst>
      <p:ext uri="{BB962C8B-B14F-4D97-AF65-F5344CB8AC3E}">
        <p14:creationId xmlns:p14="http://schemas.microsoft.com/office/powerpoint/2010/main" val="1126045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883C309-E472-47E3-A2EB-3D17003301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3" y="1227946"/>
            <a:ext cx="8141193" cy="5375275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613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934789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b="1" dirty="0"/>
              <a:t>grid-templates-areas</a:t>
            </a:r>
          </a:p>
          <a:p>
            <a:pPr marL="0" indent="0">
              <a:buNone/>
            </a:pPr>
            <a:r>
              <a:rPr lang="en-US" dirty="0"/>
              <a:t>This property provides a visual way to define your grid layout. You give names to areas and then specify where they are on the grid.</a:t>
            </a:r>
          </a:p>
          <a:p>
            <a:pPr marL="0" indent="0">
              <a:buNone/>
            </a:pPr>
            <a:r>
              <a:rPr lang="en-US" b="1" dirty="0"/>
              <a:t>How it works:</a:t>
            </a:r>
          </a:p>
          <a:p>
            <a:pPr marL="514350" indent="-514350">
              <a:buAutoNum type="arabicPeriod"/>
            </a:pPr>
            <a:r>
              <a:rPr lang="en-US" dirty="0"/>
              <a:t>Define area names in the container.</a:t>
            </a:r>
          </a:p>
          <a:p>
            <a:pPr marL="514350" indent="-514350">
              <a:buAutoNum type="arabicPeriod"/>
            </a:pPr>
            <a:r>
              <a:rPr lang="en-US" dirty="0"/>
              <a:t>Assign items to these areas.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Defining the Grid (Container Properties)</a:t>
            </a:r>
          </a:p>
        </p:txBody>
      </p:sp>
    </p:spTree>
    <p:extLst>
      <p:ext uri="{BB962C8B-B14F-4D97-AF65-F5344CB8AC3E}">
        <p14:creationId xmlns:p14="http://schemas.microsoft.com/office/powerpoint/2010/main" val="4201649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75190CE-1048-4B03-832D-EA6EFAB3B4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74" y="1277823"/>
            <a:ext cx="4635980" cy="5355734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305119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b="1" dirty="0"/>
              <a:t>gap (formerly grid-gap)</a:t>
            </a:r>
          </a:p>
          <a:p>
            <a:pPr marL="0" indent="0">
              <a:buNone/>
            </a:pPr>
            <a:r>
              <a:rPr lang="en-US" dirty="0"/>
              <a:t>A shorthand property to set the spacing between grid items. It's a major advantage over other layout methods.</a:t>
            </a:r>
          </a:p>
          <a:p>
            <a:r>
              <a:rPr lang="en-US" dirty="0"/>
              <a:t>row-gap: Space between rows</a:t>
            </a:r>
          </a:p>
          <a:p>
            <a:r>
              <a:rPr lang="en-US" dirty="0"/>
              <a:t>column-gap: Space between columns</a:t>
            </a:r>
          </a:p>
          <a:p>
            <a:r>
              <a:rPr lang="en-US" dirty="0"/>
              <a:t>gap:&lt;row gap&gt; &lt;column gap&gt;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Cont’d</a:t>
            </a:r>
          </a:p>
        </p:txBody>
      </p:sp>
    </p:spTree>
    <p:extLst>
      <p:ext uri="{BB962C8B-B14F-4D97-AF65-F5344CB8AC3E}">
        <p14:creationId xmlns:p14="http://schemas.microsoft.com/office/powerpoint/2010/main" val="1903457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5D5B9F1-D692-4639-B67B-B3CAF911C4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5862"/>
            <a:ext cx="12192000" cy="459105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3298152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dirty="0"/>
              <a:t>You can manually place items by specifying which grid lines they start and end at.</a:t>
            </a:r>
          </a:p>
          <a:p>
            <a:pPr>
              <a:buFontTx/>
              <a:buChar char="-"/>
            </a:pPr>
            <a:r>
              <a:rPr lang="en-US" b="1" dirty="0"/>
              <a:t>Line-Based Placement</a:t>
            </a:r>
          </a:p>
          <a:p>
            <a:r>
              <a:rPr lang="en-US" dirty="0"/>
              <a:t>grid-column-start: Which vertical line to start at.</a:t>
            </a:r>
          </a:p>
          <a:p>
            <a:r>
              <a:rPr lang="en-US" dirty="0"/>
              <a:t>grid-column-end: Which vertical to end at.</a:t>
            </a:r>
          </a:p>
          <a:p>
            <a:r>
              <a:rPr lang="en-US" dirty="0"/>
              <a:t>grid-row-start: Which horizontal line to start at.</a:t>
            </a:r>
          </a:p>
          <a:p>
            <a:r>
              <a:rPr lang="en-US" dirty="0"/>
              <a:t>grid-row-end: Which horizontal line to end at</a:t>
            </a:r>
          </a:p>
          <a:p>
            <a:pPr>
              <a:buFontTx/>
              <a:buChar char="-"/>
            </a:pPr>
            <a:r>
              <a:rPr lang="en-US" b="1" dirty="0"/>
              <a:t>grid-column: &lt;start-line&gt; / &lt;end-line&gt;</a:t>
            </a:r>
          </a:p>
          <a:p>
            <a:pPr>
              <a:buFontTx/>
              <a:buChar char="-"/>
            </a:pPr>
            <a:r>
              <a:rPr lang="en-US" b="1" dirty="0"/>
              <a:t>grid-row: &lt;start-line&gt; / &lt;end-line&gt;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Placing items (Item Properties)</a:t>
            </a:r>
          </a:p>
        </p:txBody>
      </p:sp>
    </p:spTree>
    <p:extLst>
      <p:ext uri="{BB962C8B-B14F-4D97-AF65-F5344CB8AC3E}">
        <p14:creationId xmlns:p14="http://schemas.microsoft.com/office/powerpoint/2010/main" val="3039756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Cont’d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6756DB-2CEF-4DA9-A371-6F7F61F9F2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4324"/>
            <a:ext cx="12192000" cy="559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02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443</Words>
  <Application>Microsoft Office PowerPoint</Application>
  <PresentationFormat>Widescreen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CLASS 8 : CSS GRID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4 : ADVANCED HTML AND CSS</dc:title>
  <dc:creator>Lukman Jubril</dc:creator>
  <cp:lastModifiedBy>Lukman Jubril</cp:lastModifiedBy>
  <cp:revision>22</cp:revision>
  <dcterms:created xsi:type="dcterms:W3CDTF">2025-08-19T13:42:15Z</dcterms:created>
  <dcterms:modified xsi:type="dcterms:W3CDTF">2025-09-19T16:03:09Z</dcterms:modified>
</cp:coreProperties>
</file>