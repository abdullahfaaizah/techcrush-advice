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33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450D-D7D9-4198-A550-B1DCEE272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B0B18-E558-42C2-AF16-868118C03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5AC66-B5FB-45DA-832C-FDDF02581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28/08/2025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C0420-8147-4A86-86EA-CDC29CD56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6374-75F4-4963-A267-257F140A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6077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87F6A-7F1C-4781-B23D-3A3502100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B9C45-A98A-4350-8064-B2FF2EE1E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6B8-8B9E-403F-A0F4-41A85B932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28/08/2025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E181A-6F20-4422-827C-13850FD3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E7ADE-5719-41AB-B2F7-F41ECA70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9758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22E3-BFD2-4705-8246-A9747D0AF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5B220-62FE-4070-87BB-5409C885B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49C81-BC86-4C8B-8F9D-A54B3F589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28/08/2025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7944B-C4E7-439C-9822-4C99E8B36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4F032-A581-4F65-B810-A9FFC8564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8071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38AC1-C2F6-4725-844C-3D52A50DC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199CE-9932-422C-9390-7ED25645E5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3DB1A4-559D-473D-8D03-BE9FBC0D8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D57A9-2306-4059-ADF7-2545F50A5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28/08/2025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AD0EC-D120-4E97-B53E-E6DBE125C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8667D-DF1E-4D95-B0FD-69798B71C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24034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A155-E48B-42A7-8B38-693D62C24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D294B-3EC0-495B-9C08-B2A824ED1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FF4DB-A66D-4F6D-89AA-487FCFA1D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0AE3C-8791-45AD-82B6-FFDB1D3C9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3341A2-5435-4CEE-9133-F62B4EE92E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C6359-D35B-4F8A-A952-DBA81EF1F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28/08/2025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3F5C1-3E69-4026-BC30-8BCC817B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5F9BFB-381C-4F1F-BB51-8900F1A76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14364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A3CD-90EB-49BF-A555-B5083AA7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E97BB-9551-43D8-8522-8433B5574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28/08/2025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CA9AC-0536-44EA-A68A-491A49B5F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E5173-55B2-4618-9B94-2780F626C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89291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C9065C-8915-4F2C-9BB1-DCA246229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28/08/2025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C88218-F778-4A09-AFFB-42CBFE38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298E4-2C73-4034-BA1F-696867E0C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56430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27D0-9930-4BDA-9198-9D3C0B097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0A7C-DBB7-430A-BB1A-6CB7A9A15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4BE5-12FE-4566-A442-AAA564380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84D0F-F825-47C2-89B8-FCAA60F6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28/08/2025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904BB-8B50-40EF-BE65-C29721285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1EF01-E1BA-4321-A539-52E6F243E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9132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085C-E343-4BB8-AF24-35CA6202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BA5554-AB01-490F-BDB1-A2435EEF13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2FC3C-7900-4E0F-BD08-4CE549D00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48664-1412-474B-93F0-3E8E3D3A6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28/08/2025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8686A-5E2A-40DF-90A0-A892BC491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4929-C5B5-4BB0-9C03-637FECAAD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17424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DE6F9-6E84-444C-93F8-2CE9558D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898D2-7DB7-4188-92AB-7B8F46F40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1674A-7A0C-474B-A81F-3128DE5F4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28/08/2025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3A075-BC88-4832-B59B-0E7EC875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65E7E-51D2-41FF-954C-CF301B0B9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34641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6A635C-8848-45E3-AE0D-FA45A35E59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1F28C5-2CD6-4633-82AE-F29BBF2D5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B9C02-E0A8-45FC-BD75-D0F1781FF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28/08/2025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E99E5-3DA9-43A8-A7C8-E6B364BAA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C2C56-993E-453D-97EB-A574BE27E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40736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DD6688-E418-4807-BC2A-FE99629E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8E225-4FE7-490E-A36A-A6EB8EE86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4DDEB-70B7-42FD-A3F0-4141986CA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92436-51E9-435A-B360-4669E355F4EE}" type="datetimeFigureOut">
              <a:rPr lang="en-NG" smtClean="0"/>
              <a:t>28/08/2025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DA873-AECF-4626-A81A-F66F7B54E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D14A9-563E-4A48-BC80-5DDCBB2AD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860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4C202-0F4D-44CF-B7EF-E418A4070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0626" y="1122363"/>
            <a:ext cx="9144000" cy="2387600"/>
          </a:xfrm>
        </p:spPr>
        <p:txBody>
          <a:bodyPr/>
          <a:lstStyle/>
          <a:p>
            <a:r>
              <a:rPr lang="en-US" b="1" dirty="0"/>
              <a:t>CLASS 6 : CSS FLEXBOX</a:t>
            </a:r>
            <a:endParaRPr lang="en-NG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448C0-C3A9-4631-AB8E-63CF100B16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2C075-8F43-48B3-BC17-891B366505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84" y="1485814"/>
            <a:ext cx="10541991" cy="2804748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563946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8"/>
            <a:ext cx="10515600" cy="4351338"/>
          </a:xfrm>
        </p:spPr>
        <p:txBody>
          <a:bodyPr/>
          <a:lstStyle/>
          <a:p>
            <a:r>
              <a:rPr lang="en-US" b="1" dirty="0"/>
              <a:t>Flexbox</a:t>
            </a:r>
            <a:r>
              <a:rPr lang="en-US" dirty="0"/>
              <a:t> is a modern, one-dimensional layout model designed to distribute space and align items predictively, even when their sizes are dynamic.</a:t>
            </a:r>
          </a:p>
          <a:p>
            <a:r>
              <a:rPr lang="en-US" b="1" dirty="0"/>
              <a:t>What does "one-dimensional" mean?</a:t>
            </a:r>
            <a:br>
              <a:rPr lang="en-US" dirty="0"/>
            </a:br>
            <a:r>
              <a:rPr lang="en-US" dirty="0"/>
              <a:t>Flexbox deals with layout in </a:t>
            </a:r>
            <a:r>
              <a:rPr lang="en-US" b="1" dirty="0"/>
              <a:t>either a row OR a column</a:t>
            </a:r>
            <a:r>
              <a:rPr lang="en-US" dirty="0"/>
              <a:t>. You define a direction, and it aligns items along that line. (For two-dimensional rows </a:t>
            </a:r>
            <a:r>
              <a:rPr lang="en-US" i="1" dirty="0"/>
              <a:t>and</a:t>
            </a:r>
            <a:r>
              <a:rPr lang="en-US" dirty="0"/>
              <a:t> columns, you would use CSS Grid, which we'll cover later)</a:t>
            </a:r>
            <a:endParaRPr lang="en-N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Introduction: Flexbox</a:t>
            </a:r>
          </a:p>
        </p:txBody>
      </p:sp>
    </p:spTree>
    <p:extLst>
      <p:ext uri="{BB962C8B-B14F-4D97-AF65-F5344CB8AC3E}">
        <p14:creationId xmlns:p14="http://schemas.microsoft.com/office/powerpoint/2010/main" val="1661904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/>
          <a:lstStyle/>
          <a:p>
            <a:r>
              <a:rPr lang="en-US" dirty="0"/>
              <a:t>The Flexbox model involves a parent container and its direct children.</a:t>
            </a:r>
          </a:p>
          <a:p>
            <a:r>
              <a:rPr lang="en-US" dirty="0"/>
              <a:t>Flex Container: The parent element. You create it by setting “display: flex” on an</a:t>
            </a:r>
          </a:p>
          <a:p>
            <a:pPr marL="0" indent="0">
              <a:buNone/>
            </a:pPr>
            <a:r>
              <a:rPr lang="en-US" dirty="0"/>
              <a:t>element .</a:t>
            </a:r>
          </a:p>
          <a:p>
            <a:r>
              <a:rPr lang="en-US" dirty="0"/>
              <a:t>Flex items: The direct children of the Flex Container. They automatically become flexible boxes.</a:t>
            </a:r>
          </a:p>
          <a:p>
            <a:pPr marL="0" indent="0" algn="r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The Flex Container and Flex Items</a:t>
            </a:r>
          </a:p>
        </p:txBody>
      </p:sp>
    </p:spTree>
    <p:extLst>
      <p:ext uri="{BB962C8B-B14F-4D97-AF65-F5344CB8AC3E}">
        <p14:creationId xmlns:p14="http://schemas.microsoft.com/office/powerpoint/2010/main" val="422106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05EBC80-3E9C-496D-9FC7-00BCE3208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32" y="1117385"/>
            <a:ext cx="5972668" cy="3579306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425665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Examples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950109-ED94-4B1A-B251-FA3BCE92E3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006" y="1577141"/>
            <a:ext cx="5590507" cy="228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45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/>
          <a:lstStyle/>
          <a:p>
            <a:r>
              <a:rPr lang="en-US" dirty="0"/>
              <a:t>Main Axis: The primary axis along which flex items are laid out. Its direction is defined by “flex-direction”</a:t>
            </a:r>
          </a:p>
          <a:p>
            <a:r>
              <a:rPr lang="en-US" dirty="0"/>
              <a:t>Main Start / Main End: The start and end points of the main axis</a:t>
            </a:r>
          </a:p>
          <a:p>
            <a:r>
              <a:rPr lang="en-US" dirty="0"/>
              <a:t>Main Size: The width or height of a flex item, whichever is in the direction of the main axis.</a:t>
            </a:r>
          </a:p>
          <a:p>
            <a:endParaRPr lang="en-US" dirty="0"/>
          </a:p>
          <a:p>
            <a:r>
              <a:rPr lang="en-US" dirty="0"/>
              <a:t>Cross Axis: The axis perpendicular to the main axis.</a:t>
            </a:r>
          </a:p>
          <a:p>
            <a:r>
              <a:rPr lang="en-US" dirty="0"/>
              <a:t>Cross Start / Cross End: The start and end points of the cross axis.</a:t>
            </a:r>
          </a:p>
          <a:p>
            <a:r>
              <a:rPr lang="en-US" dirty="0"/>
              <a:t>Cross Size : The width or height of a flex items, whichever is in the dimension of the cross axis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613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The Two Axes: Main and Cross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35A39A-93DC-4367-B03F-23A57027F5AA}"/>
              </a:ext>
            </a:extLst>
          </p:cNvPr>
          <p:cNvSpPr/>
          <p:nvPr/>
        </p:nvSpPr>
        <p:spPr>
          <a:xfrm>
            <a:off x="-1" y="6103491"/>
            <a:ext cx="11163993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solidFill>
                  <a:schemeClr val="bg1"/>
                </a:solidFill>
              </a:rPr>
              <a:t>The key takeaway: justify-content align items along the main axis. Align items aligns items along the cross axis</a:t>
            </a:r>
          </a:p>
        </p:txBody>
      </p:sp>
    </p:spTree>
    <p:extLst>
      <p:ext uri="{BB962C8B-B14F-4D97-AF65-F5344CB8AC3E}">
        <p14:creationId xmlns:p14="http://schemas.microsoft.com/office/powerpoint/2010/main" val="1934789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flex-direction: These properties are set on the parent (the flex container)</a:t>
            </a:r>
          </a:p>
          <a:p>
            <a:pPr marL="0" indent="0">
              <a:buNone/>
            </a:pPr>
            <a:r>
              <a:rPr lang="en-US" dirty="0"/>
              <a:t>Defines the direction of the main axis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row (default): Left to right. Main axis = Horizontal.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row-reverse: Right to left. Main axis = Horizontal.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column: Top to bottom. Man axis = Vertical.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column-reverse: Bottom to top. Main axis = Vertical.</a:t>
            </a:r>
          </a:p>
          <a:p>
            <a:pPr marL="0" indent="0">
              <a:buNone/>
            </a:pPr>
            <a:r>
              <a:rPr lang="en-US" dirty="0"/>
              <a:t>flex-wrap: By default, flex items will try to fit all on one line. This property allows them to wrap onto multiple lines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nowrap</a:t>
            </a:r>
            <a:r>
              <a:rPr lang="en-US" dirty="0"/>
              <a:t> (default): All items on one line.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wrap: items onto multiple line from top to bottom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wrap-reverse: items wrap onto multiple line from bottom to top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Flex Container Properties</a:t>
            </a:r>
          </a:p>
        </p:txBody>
      </p:sp>
    </p:spTree>
    <p:extLst>
      <p:ext uri="{BB962C8B-B14F-4D97-AF65-F5344CB8AC3E}">
        <p14:creationId xmlns:p14="http://schemas.microsoft.com/office/powerpoint/2010/main" val="4201649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justify-content: Defines how the browser distributes space </a:t>
            </a:r>
            <a:r>
              <a:rPr lang="en-US" b="1" dirty="0"/>
              <a:t>along the main axis</a:t>
            </a:r>
            <a:r>
              <a:rPr lang="en-US" dirty="0"/>
              <a:t> between and around flex items.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Flex Container Properties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972A6F-FBCA-4F85-B6D1-1A04E9779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510666"/>
              </p:ext>
            </p:extLst>
          </p:nvPr>
        </p:nvGraphicFramePr>
        <p:xfrm>
          <a:off x="111759" y="2523528"/>
          <a:ext cx="10578408" cy="406015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78845">
                  <a:extLst>
                    <a:ext uri="{9D8B030D-6E8A-4147-A177-3AD203B41FA5}">
                      <a16:colId xmlns:a16="http://schemas.microsoft.com/office/drawing/2014/main" val="117589144"/>
                    </a:ext>
                  </a:extLst>
                </a:gridCol>
                <a:gridCol w="6899563">
                  <a:extLst>
                    <a:ext uri="{9D8B030D-6E8A-4147-A177-3AD203B41FA5}">
                      <a16:colId xmlns:a16="http://schemas.microsoft.com/office/drawing/2014/main" val="2596861669"/>
                    </a:ext>
                  </a:extLst>
                </a:gridCol>
              </a:tblGrid>
              <a:tr h="580022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Behavior (Main axis)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033229"/>
                  </a:ext>
                </a:extLst>
              </a:tr>
              <a:tr h="580022">
                <a:tc>
                  <a:txBody>
                    <a:bodyPr/>
                    <a:lstStyle/>
                    <a:p>
                      <a:r>
                        <a:rPr lang="en-US" dirty="0"/>
                        <a:t>flex-start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Items are packed toward the start of the axis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182502"/>
                  </a:ext>
                </a:extLst>
              </a:tr>
              <a:tr h="580022">
                <a:tc>
                  <a:txBody>
                    <a:bodyPr/>
                    <a:lstStyle/>
                    <a:p>
                      <a:r>
                        <a:rPr lang="en-US" dirty="0"/>
                        <a:t>flex-end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Items are packed toward the end of the axis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195810"/>
                  </a:ext>
                </a:extLst>
              </a:tr>
              <a:tr h="580022">
                <a:tc>
                  <a:txBody>
                    <a:bodyPr/>
                    <a:lstStyle/>
                    <a:p>
                      <a:r>
                        <a:rPr lang="en-US" dirty="0"/>
                        <a:t>center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Items are centered along the axis.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113495"/>
                  </a:ext>
                </a:extLst>
              </a:tr>
              <a:tr h="580022">
                <a:tc>
                  <a:txBody>
                    <a:bodyPr/>
                    <a:lstStyle/>
                    <a:p>
                      <a:r>
                        <a:rPr lang="en-US" dirty="0"/>
                        <a:t>space-between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Items are evenly distributed; first item at start, last at end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567445"/>
                  </a:ext>
                </a:extLst>
              </a:tr>
              <a:tr h="580022">
                <a:tc>
                  <a:txBody>
                    <a:bodyPr/>
                    <a:lstStyle/>
                    <a:p>
                      <a:r>
                        <a:rPr lang="en-US" dirty="0"/>
                        <a:t>space-around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Items are evenly distributed with equal space around them.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69354"/>
                  </a:ext>
                </a:extLst>
              </a:tr>
              <a:tr h="580022">
                <a:tc>
                  <a:txBody>
                    <a:bodyPr/>
                    <a:lstStyle/>
                    <a:p>
                      <a:r>
                        <a:rPr lang="en-US" dirty="0"/>
                        <a:t>space-evenly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Items are distributed so the spacing between any two is equal.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587057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457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align-items: Defines how space is distributed </a:t>
            </a:r>
            <a:r>
              <a:rPr lang="en-US" b="1" dirty="0"/>
              <a:t>along the cross axis</a:t>
            </a:r>
            <a:r>
              <a:rPr lang="en-US" dirty="0"/>
              <a:t> for a single line of items. It sets the default alignment for all flex items.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Flex Container Properties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972A6F-FBCA-4F85-B6D1-1A04E9779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281569"/>
              </p:ext>
            </p:extLst>
          </p:nvPr>
        </p:nvGraphicFramePr>
        <p:xfrm>
          <a:off x="111759" y="2523528"/>
          <a:ext cx="10578408" cy="34801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78845">
                  <a:extLst>
                    <a:ext uri="{9D8B030D-6E8A-4147-A177-3AD203B41FA5}">
                      <a16:colId xmlns:a16="http://schemas.microsoft.com/office/drawing/2014/main" val="117589144"/>
                    </a:ext>
                  </a:extLst>
                </a:gridCol>
                <a:gridCol w="6899563">
                  <a:extLst>
                    <a:ext uri="{9D8B030D-6E8A-4147-A177-3AD203B41FA5}">
                      <a16:colId xmlns:a16="http://schemas.microsoft.com/office/drawing/2014/main" val="2596861669"/>
                    </a:ext>
                  </a:extLst>
                </a:gridCol>
              </a:tblGrid>
              <a:tr h="580022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Behavior (Main axis)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033229"/>
                  </a:ext>
                </a:extLst>
              </a:tr>
              <a:tr h="580022">
                <a:tc>
                  <a:txBody>
                    <a:bodyPr/>
                    <a:lstStyle/>
                    <a:p>
                      <a:r>
                        <a:rPr lang="en-US" dirty="0"/>
                        <a:t>stretch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Items stretch to fill the container's cross size.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182502"/>
                  </a:ext>
                </a:extLst>
              </a:tr>
              <a:tr h="580022">
                <a:tc>
                  <a:txBody>
                    <a:bodyPr/>
                    <a:lstStyle/>
                    <a:p>
                      <a:r>
                        <a:rPr lang="en-US" dirty="0"/>
                        <a:t>flex-start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Items are placed at the start of the cross axis.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195810"/>
                  </a:ext>
                </a:extLst>
              </a:tr>
              <a:tr h="580022">
                <a:tc>
                  <a:txBody>
                    <a:bodyPr/>
                    <a:lstStyle/>
                    <a:p>
                      <a:r>
                        <a:rPr lang="en-US" dirty="0"/>
                        <a:t>flex-end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Items are placed at the end of the cross axis.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113495"/>
                  </a:ext>
                </a:extLst>
              </a:tr>
              <a:tr h="580022">
                <a:tc>
                  <a:txBody>
                    <a:bodyPr/>
                    <a:lstStyle/>
                    <a:p>
                      <a:r>
                        <a:rPr lang="en-US" dirty="0"/>
                        <a:t>center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Items are centered along the cross axis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567445"/>
                  </a:ext>
                </a:extLst>
              </a:tr>
              <a:tr h="580022">
                <a:tc>
                  <a:txBody>
                    <a:bodyPr/>
                    <a:lstStyle/>
                    <a:p>
                      <a:r>
                        <a:rPr lang="en-US" dirty="0"/>
                        <a:t>baseline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Items are aligned based on their text's baseline.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69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152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These properties are set on the </a:t>
            </a:r>
            <a:r>
              <a:rPr lang="en-US" b="1" dirty="0"/>
              <a:t>children</a:t>
            </a:r>
            <a:r>
              <a:rPr lang="en-US" dirty="0"/>
              <a:t> (the flex items).</a:t>
            </a:r>
          </a:p>
          <a:p>
            <a:r>
              <a:rPr lang="en-US" dirty="0"/>
              <a:t>flex-grow: Defines the ability for a flex item to </a:t>
            </a:r>
            <a:r>
              <a:rPr lang="en-US" b="1" dirty="0"/>
              <a:t>grow</a:t>
            </a:r>
            <a:r>
              <a:rPr lang="en-US" dirty="0"/>
              <a:t> if necessary. It accepts a unitless value that serves as a proportion. It dictates what amount of the available space inside the flex container the item should take up.</a:t>
            </a:r>
          </a:p>
          <a:p>
            <a:pPr marL="0" indent="0">
              <a:buNone/>
            </a:pPr>
            <a:r>
              <a:rPr lang="en-US" dirty="0"/>
              <a:t>Default is 0 (will not grow). if all items have flex-grow: 1, they will share the space equally, if one item has flex-grow: 2, it will take up twice the available space as the others (1 vs. 1 vs. 2)</a:t>
            </a:r>
          </a:p>
          <a:p>
            <a:r>
              <a:rPr lang="en-US" dirty="0"/>
              <a:t>flex-shrink: Defines the ability for a flex item to shrink is necessary. Default is 1.</a:t>
            </a:r>
          </a:p>
          <a:p>
            <a:r>
              <a:rPr lang="en-US" dirty="0"/>
              <a:t>flex-basis: Defines the default size of an element before the remaining space is distributed. It can be length (e.g., 20%, 5rem, 200px) or auto (default).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Flex Items Properties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B0AC8E-1853-47D8-AFF3-A0D02C029822}"/>
              </a:ext>
            </a:extLst>
          </p:cNvPr>
          <p:cNvSpPr/>
          <p:nvPr/>
        </p:nvSpPr>
        <p:spPr>
          <a:xfrm>
            <a:off x="0" y="6012625"/>
            <a:ext cx="11754196" cy="58218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i="1" dirty="0">
                <a:solidFill>
                  <a:schemeClr val="bg1"/>
                </a:solidFill>
              </a:rPr>
              <a:t>Shorthand: ‘flex”, the recommended shorthand for flex-grow, flex-shrink and flex-basis</a:t>
            </a:r>
          </a:p>
        </p:txBody>
      </p:sp>
    </p:spTree>
    <p:extLst>
      <p:ext uri="{BB962C8B-B14F-4D97-AF65-F5344CB8AC3E}">
        <p14:creationId xmlns:p14="http://schemas.microsoft.com/office/powerpoint/2010/main" val="3039756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Flex Items Properties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21F9AC-6C78-4BEB-A159-9BC118479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7805"/>
            <a:ext cx="12192000" cy="408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02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align-self: Allows the default alignment (or the one specified by align items) to be overridden for the individual flex items. (uses the same values as “align-items: auto, flex-start, center, etc.)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order: Controls the </a:t>
            </a:r>
            <a:r>
              <a:rPr lang="en-US" b="1" dirty="0"/>
              <a:t>visual order of </a:t>
            </a:r>
            <a:r>
              <a:rPr lang="en-US" dirty="0"/>
              <a:t>items without affecting the HTML source order. Default is 0. items with a higher order value will appear later. Items with the same value are ordered by source.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Flex Items Properties</a:t>
            </a:r>
          </a:p>
        </p:txBody>
      </p:sp>
    </p:spTree>
    <p:extLst>
      <p:ext uri="{BB962C8B-B14F-4D97-AF65-F5344CB8AC3E}">
        <p14:creationId xmlns:p14="http://schemas.microsoft.com/office/powerpoint/2010/main" val="2694362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858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CLASS 6 : CSS FLEXBOX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4 : ADVANCED HTML AND CSS</dc:title>
  <dc:creator>Lukman Jubril</dc:creator>
  <cp:lastModifiedBy>Lukman Jubril</cp:lastModifiedBy>
  <cp:revision>20</cp:revision>
  <dcterms:created xsi:type="dcterms:W3CDTF">2025-08-19T13:42:15Z</dcterms:created>
  <dcterms:modified xsi:type="dcterms:W3CDTF">2025-08-28T18:36:50Z</dcterms:modified>
</cp:coreProperties>
</file>