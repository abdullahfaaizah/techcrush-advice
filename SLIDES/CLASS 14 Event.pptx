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8450D-D7D9-4198-A550-B1DCEE272A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AB0B18-E558-42C2-AF16-868118C033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5AC66-B5FB-45DA-832C-FDDF02581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07/10/2025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C0420-8147-4A86-86EA-CDC29CD56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C6374-75F4-4963-A267-257F140A9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360775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87F6A-7F1C-4781-B23D-3A3502100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B9C45-A98A-4350-8064-B2FF2EE1E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2A6B8-8B9E-403F-A0F4-41A85B932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07/10/2025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E181A-6F20-4422-827C-13850FD3E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E7ADE-5719-41AB-B2F7-F41ECA701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797589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D22E3-BFD2-4705-8246-A9747D0AF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5B220-62FE-4070-87BB-5409C885B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49C81-BC86-4C8B-8F9D-A54B3F589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07/10/2025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7944B-C4E7-439C-9822-4C99E8B36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4F032-A581-4F65-B810-A9FFC8564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580717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38AC1-C2F6-4725-844C-3D52A50DC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199CE-9932-422C-9390-7ED25645E5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3DB1A4-559D-473D-8D03-BE9FBC0D86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5D57A9-2306-4059-ADF7-2545F50A5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07/10/2025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AD0EC-D120-4E97-B53E-E6DBE125C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58667D-DF1E-4D95-B0FD-69798B71C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724034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3A155-E48B-42A7-8B38-693D62C24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1D294B-3EC0-495B-9C08-B2A824ED1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8FF4DB-A66D-4F6D-89AA-487FCFA1D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A0AE3C-8791-45AD-82B6-FFDB1D3C9D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3341A2-5435-4CEE-9133-F62B4EE92E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FC6359-D35B-4F8A-A952-DBA81EF1F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07/10/2025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A3F5C1-3E69-4026-BC30-8BCC817B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5F9BFB-381C-4F1F-BB51-8900F1A76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14364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CA3CD-90EB-49BF-A555-B5083AA77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8E97BB-9551-43D8-8522-8433B5574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07/10/2025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3CA9AC-0536-44EA-A68A-491A49B5F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5E5173-55B2-4618-9B94-2780F626C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289291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C9065C-8915-4F2C-9BB1-DCA246229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07/10/2025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C88218-F778-4A09-AFFB-42CBFE388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298E4-2C73-4034-BA1F-696867E0C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56430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027D0-9930-4BDA-9198-9D3C0B097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B0A7C-DBB7-430A-BB1A-6CB7A9A15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4BE5-12FE-4566-A442-AAA5643808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984D0F-F825-47C2-89B8-FCAA60F62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07/10/2025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904BB-8B50-40EF-BE65-C29721285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F1EF01-E1BA-4321-A539-52E6F243E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9132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085C-E343-4BB8-AF24-35CA62025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BA5554-AB01-490F-BDB1-A2435EEF13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12FC3C-7900-4E0F-BD08-4CE549D006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348664-1412-474B-93F0-3E8E3D3A6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07/10/2025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E8686A-5E2A-40DF-90A0-A892BC491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64929-C5B5-4BB0-9C03-637FECAAD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17424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DE6F9-6E84-444C-93F8-2CE9558DC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2898D2-7DB7-4188-92AB-7B8F46F407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1674A-7A0C-474B-A81F-3128DE5F4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07/10/2025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3A075-BC88-4832-B59B-0E7EC875B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65E7E-51D2-41FF-954C-CF301B0B9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34641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6A635C-8848-45E3-AE0D-FA45A35E59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1F28C5-2CD6-4633-82AE-F29BBF2D5F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B9C02-E0A8-45FC-BD75-D0F1781FF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07/10/2025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E99E5-3DA9-43A8-A7C8-E6B364BAA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C2C56-993E-453D-97EB-A574BE27E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340736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DD6688-E418-4807-BC2A-FE99629EC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8E225-4FE7-490E-A36A-A6EB8EE86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4DDEB-70B7-42FD-A3F0-4141986CA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E92436-51E9-435A-B360-4669E355F4EE}" type="datetimeFigureOut">
              <a:rPr lang="en-NG" smtClean="0"/>
              <a:t>07/10/2025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DA873-AECF-4626-A81A-F66F7B54E0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D14A9-563E-4A48-BC80-5DDCBB2AD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860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4C202-0F4D-44CF-B7EF-E418A40707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CLASS 14 :Event Handling</a:t>
            </a:r>
            <a:endParaRPr lang="en-NG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2448C0-C3A9-4631-AB8E-63CF100B16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A2C075-8F43-48B3-BC17-891B3665050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392" y="1625171"/>
            <a:ext cx="10541991" cy="2804748"/>
          </a:xfrm>
          <a:prstGeom prst="rect">
            <a:avLst/>
          </a:prstGeom>
          <a:effectLst>
            <a:outerShdw dist="50800" sx="1000" sy="1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1563946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36467"/>
            <a:ext cx="12192000" cy="56241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Definition:</a:t>
            </a:r>
            <a:r>
              <a:rPr lang="en-US" dirty="0"/>
              <a:t> Events are actions or occurrences that happen in the browser that JavaScript can respond to. They make web pages interactive and dynamic.</a:t>
            </a:r>
          </a:p>
          <a:p>
            <a:pPr marL="0" indent="0">
              <a:buNone/>
            </a:pPr>
            <a:r>
              <a:rPr lang="en-US" b="1" dirty="0"/>
              <a:t>Common Events:</a:t>
            </a:r>
            <a:endParaRPr lang="en-US" dirty="0"/>
          </a:p>
          <a:p>
            <a:r>
              <a:rPr lang="en-US" b="1" dirty="0"/>
              <a:t>Mouse Events:</a:t>
            </a:r>
            <a:r>
              <a:rPr lang="en-US" dirty="0"/>
              <a:t> click, mouseover, </a:t>
            </a:r>
            <a:r>
              <a:rPr lang="en-US" dirty="0" err="1"/>
              <a:t>mouseout</a:t>
            </a:r>
            <a:r>
              <a:rPr lang="en-US" dirty="0"/>
              <a:t>, </a:t>
            </a:r>
            <a:r>
              <a:rPr lang="en-US" dirty="0" err="1"/>
              <a:t>mousemove</a:t>
            </a:r>
            <a:endParaRPr lang="en-US" dirty="0"/>
          </a:p>
          <a:p>
            <a:r>
              <a:rPr lang="en-US" b="1" dirty="0"/>
              <a:t>Keyboard Events:</a:t>
            </a:r>
            <a:r>
              <a:rPr lang="en-US" dirty="0"/>
              <a:t> </a:t>
            </a:r>
            <a:r>
              <a:rPr lang="en-US" dirty="0" err="1"/>
              <a:t>keydown</a:t>
            </a:r>
            <a:r>
              <a:rPr lang="en-US" dirty="0"/>
              <a:t>, </a:t>
            </a:r>
            <a:r>
              <a:rPr lang="en-US" dirty="0" err="1"/>
              <a:t>keyup</a:t>
            </a:r>
            <a:r>
              <a:rPr lang="en-US" dirty="0"/>
              <a:t>, keypress</a:t>
            </a:r>
          </a:p>
          <a:p>
            <a:r>
              <a:rPr lang="en-US" b="1" dirty="0"/>
              <a:t>Form Events:</a:t>
            </a:r>
            <a:r>
              <a:rPr lang="en-US" dirty="0"/>
              <a:t> submit, change, input, focus, blur</a:t>
            </a:r>
          </a:p>
          <a:p>
            <a:r>
              <a:rPr lang="en-US" b="1" dirty="0"/>
              <a:t>Window Events:</a:t>
            </a:r>
            <a:r>
              <a:rPr lang="en-US" dirty="0"/>
              <a:t> load, resize, scroll</a:t>
            </a:r>
          </a:p>
          <a:p>
            <a:pPr marL="0" indent="0">
              <a:buNone/>
            </a:pPr>
            <a:r>
              <a:rPr lang="en-US" b="1" dirty="0"/>
              <a:t>Why Event Handling Matters;</a:t>
            </a:r>
          </a:p>
          <a:p>
            <a:r>
              <a:rPr lang="en-US" dirty="0"/>
              <a:t>Creates interactive user experiences</a:t>
            </a:r>
          </a:p>
          <a:p>
            <a:r>
              <a:rPr lang="en-US" dirty="0"/>
              <a:t>Responds to user input in real-time</a:t>
            </a:r>
          </a:p>
          <a:p>
            <a:r>
              <a:rPr lang="en-US" dirty="0"/>
              <a:t>Makes web applications feel responsive and alive</a:t>
            </a:r>
            <a:endParaRPr lang="en-US" b="1" dirty="0"/>
          </a:p>
          <a:p>
            <a:pPr marL="0" indent="0">
              <a:buNone/>
            </a:pPr>
            <a:endParaRPr lang="en-N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Introduction: What are Events?</a:t>
            </a:r>
          </a:p>
        </p:txBody>
      </p:sp>
    </p:spTree>
    <p:extLst>
      <p:ext uri="{BB962C8B-B14F-4D97-AF65-F5344CB8AC3E}">
        <p14:creationId xmlns:p14="http://schemas.microsoft.com/office/powerpoint/2010/main" val="1661904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/>
          <a:lstStyle/>
          <a:p>
            <a:r>
              <a:rPr lang="en-US" b="1" dirty="0"/>
              <a:t> The ‘</a:t>
            </a:r>
            <a:r>
              <a:rPr lang="en-US" b="1" dirty="0" err="1"/>
              <a:t>addEventListener</a:t>
            </a:r>
            <a:r>
              <a:rPr lang="en-US" b="1" dirty="0"/>
              <a:t>’ Method</a:t>
            </a:r>
          </a:p>
          <a:p>
            <a:pPr marL="0" indent="0">
              <a:buNone/>
            </a:pPr>
            <a:r>
              <a:rPr lang="en-US" dirty="0"/>
              <a:t>The modern way to handle events in JavaScript.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1: Adding Event Listeners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DB5475-C5CF-466F-977D-C320D881B0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6" y="2364377"/>
            <a:ext cx="4935855" cy="18854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5E41F42-85B5-4775-A674-EAF5F4F866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1206" y="2364377"/>
            <a:ext cx="5777321" cy="21292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6E79EE0-061F-4985-A75A-1CCBD48A3D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60" y="4520369"/>
            <a:ext cx="5486944" cy="2129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065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425665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1 cont’d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11CB55-088C-45CA-ACAE-EDBBDBBC5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07852"/>
            <a:ext cx="12192000" cy="5850148"/>
          </a:xfrm>
        </p:spPr>
        <p:txBody>
          <a:bodyPr/>
          <a:lstStyle/>
          <a:p>
            <a:r>
              <a:rPr lang="en-US" b="1" dirty="0"/>
              <a:t>Different Ways to Add Event Listeners</a:t>
            </a:r>
          </a:p>
          <a:p>
            <a:pPr marL="0" indent="0">
              <a:buNone/>
            </a:pPr>
            <a:r>
              <a:rPr lang="en-US" b="1" dirty="0"/>
              <a:t>Method 1: Inline HTML (Not Recommended)</a:t>
            </a:r>
            <a:endParaRPr lang="en-N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565C253-9BC8-44F1-935E-E0B1A23DAE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49" y="2273399"/>
            <a:ext cx="10001250" cy="3319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045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72467"/>
            <a:ext cx="12192000" cy="5472053"/>
          </a:xfrm>
        </p:spPr>
        <p:txBody>
          <a:bodyPr/>
          <a:lstStyle/>
          <a:p>
            <a:r>
              <a:rPr lang="en-US" b="1" dirty="0"/>
              <a:t>Method 2: DOM Property (Limited)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613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1 cont’d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B43010E-3AC9-4059-A07D-37DDA38C76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05" y="1893943"/>
            <a:ext cx="104394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789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>
            <a:normAutofit/>
          </a:bodyPr>
          <a:lstStyle/>
          <a:p>
            <a:r>
              <a:rPr lang="en-US" b="1" dirty="0"/>
              <a:t>Method 3: </a:t>
            </a:r>
            <a:r>
              <a:rPr lang="en-US" b="1" dirty="0" err="1"/>
              <a:t>addEventListener</a:t>
            </a:r>
            <a:r>
              <a:rPr lang="en-US" b="1" dirty="0"/>
              <a:t> (Recommended)</a:t>
            </a:r>
          </a:p>
          <a:p>
            <a:endParaRPr lang="en-US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1 cont’d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10A744-53C0-45F4-85A7-A1C2B727E1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34" y="2074619"/>
            <a:ext cx="104394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649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>
            <a:normAutofit/>
          </a:bodyPr>
          <a:lstStyle/>
          <a:p>
            <a:r>
              <a:rPr lang="en-US" b="1" dirty="0"/>
              <a:t>Why </a:t>
            </a:r>
            <a:r>
              <a:rPr lang="en-US" b="1" dirty="0" err="1"/>
              <a:t>addEventListener</a:t>
            </a:r>
            <a:r>
              <a:rPr lang="en-US" b="1" dirty="0"/>
              <a:t> is Best:</a:t>
            </a:r>
          </a:p>
          <a:p>
            <a:r>
              <a:rPr lang="en-US" dirty="0"/>
              <a:t>Can add multiple listeners to same element</a:t>
            </a:r>
          </a:p>
          <a:p>
            <a:r>
              <a:rPr lang="en-US" dirty="0"/>
              <a:t>More control over event behavior</a:t>
            </a:r>
          </a:p>
          <a:p>
            <a:r>
              <a:rPr lang="en-US" dirty="0"/>
              <a:t>Better browser compatibility</a:t>
            </a:r>
          </a:p>
          <a:p>
            <a:r>
              <a:rPr lang="en-US" dirty="0"/>
              <a:t>Can use event capturing/bubbling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2 cont’d</a:t>
            </a:r>
          </a:p>
        </p:txBody>
      </p:sp>
    </p:spTree>
    <p:extLst>
      <p:ext uri="{BB962C8B-B14F-4D97-AF65-F5344CB8AC3E}">
        <p14:creationId xmlns:p14="http://schemas.microsoft.com/office/powerpoint/2010/main" val="1903457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8B428DB-E2E6-43F7-BA40-1B479F5BBC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850" y="1240546"/>
            <a:ext cx="4807131" cy="2188454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Examples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E6A7963-D72B-4BCF-BBFE-9C489875A2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7878" y="1240546"/>
            <a:ext cx="5538796" cy="5520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152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36468"/>
            <a:ext cx="12192000" cy="5721532"/>
          </a:xfrm>
        </p:spPr>
        <p:txBody>
          <a:bodyPr>
            <a:normAutofit/>
          </a:bodyPr>
          <a:lstStyle/>
          <a:p>
            <a:r>
              <a:rPr lang="en-US" b="1" dirty="0"/>
              <a:t>Keyboard Events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2 cont’d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00D4EC-F364-4B13-922F-27746FA960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23" y="1615279"/>
            <a:ext cx="4963886" cy="20945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4A76AA8-43A4-45E5-A2E8-3612207D94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5077" y="1615278"/>
            <a:ext cx="4963886" cy="500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756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>
            <a:normAutofit/>
          </a:bodyPr>
          <a:lstStyle/>
          <a:p>
            <a:r>
              <a:rPr lang="en-US" b="1" dirty="0"/>
              <a:t>Form Events</a:t>
            </a:r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2 cont’d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938EAB-514F-4B97-86EA-63CADC6195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79" y="2020385"/>
            <a:ext cx="6193427" cy="30229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131E700-6358-476E-8B3A-7C8393541A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6585" y="1483259"/>
            <a:ext cx="4807085" cy="5277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802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>
            <a:normAutofit/>
          </a:bodyPr>
          <a:lstStyle/>
          <a:p>
            <a:r>
              <a:rPr lang="en-US" b="1" dirty="0"/>
              <a:t>Window Events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2 cont’d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C2F14F1-431A-475D-B05D-766A1775FA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811" y="1907177"/>
            <a:ext cx="7201989" cy="439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362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>
            <a:normAutofit/>
          </a:bodyPr>
          <a:lstStyle/>
          <a:p>
            <a:r>
              <a:rPr lang="en-US" b="1" dirty="0"/>
              <a:t>Understanding the Event Object</a:t>
            </a:r>
          </a:p>
          <a:p>
            <a:pPr marL="0" indent="0">
              <a:buNone/>
            </a:pPr>
            <a:r>
              <a:rPr lang="en-US" dirty="0"/>
              <a:t>When an event occurs, the browser creates an </a:t>
            </a:r>
            <a:r>
              <a:rPr lang="en-US" b="1" dirty="0"/>
              <a:t>event object</a:t>
            </a:r>
            <a:r>
              <a:rPr lang="en-US" dirty="0"/>
              <a:t> containing information about the event.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3: The Event Object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05C2D0-BB41-4ED6-A637-9E10546AEB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177" y="2873829"/>
            <a:ext cx="7532914" cy="3579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971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>
            <a:normAutofit/>
          </a:bodyPr>
          <a:lstStyle/>
          <a:p>
            <a:r>
              <a:rPr lang="en-US" b="1" dirty="0"/>
              <a:t>Understanding Event Flow</a:t>
            </a:r>
          </a:p>
          <a:p>
            <a:pPr marL="0" indent="0">
              <a:buNone/>
            </a:pPr>
            <a:r>
              <a:rPr lang="en-US" dirty="0"/>
              <a:t>Events propagate through the DOM in three phases:</a:t>
            </a:r>
          </a:p>
          <a:p>
            <a:r>
              <a:rPr lang="en-US" b="1" dirty="0"/>
              <a:t>Capturing Phase:</a:t>
            </a:r>
            <a:r>
              <a:rPr lang="en-US" dirty="0"/>
              <a:t> From window down to target</a:t>
            </a:r>
          </a:p>
          <a:p>
            <a:r>
              <a:rPr lang="en-US" b="1" dirty="0"/>
              <a:t>Target Phase:</a:t>
            </a:r>
            <a:r>
              <a:rPr lang="en-US" dirty="0"/>
              <a:t> At the target element</a:t>
            </a:r>
          </a:p>
          <a:p>
            <a:r>
              <a:rPr lang="en-US" b="1" dirty="0"/>
              <a:t>Bubbling Phase:</a:t>
            </a:r>
            <a:r>
              <a:rPr lang="en-US" dirty="0"/>
              <a:t> From target up to window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-1" y="554281"/>
            <a:ext cx="9100457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4: Event Propagation (Bubbling and Capturing)</a:t>
            </a:r>
          </a:p>
        </p:txBody>
      </p:sp>
    </p:spTree>
    <p:extLst>
      <p:ext uri="{BB962C8B-B14F-4D97-AF65-F5344CB8AC3E}">
        <p14:creationId xmlns:p14="http://schemas.microsoft.com/office/powerpoint/2010/main" val="2451039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>
            <a:normAutofit/>
          </a:bodyPr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4 cont’d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763FA0-AFB4-4221-9810-4179A5AB29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255" y="1463312"/>
            <a:ext cx="5456736" cy="27603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4CF8D9-23CF-44D0-9CA5-6332D4C7B5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17831"/>
            <a:ext cx="5590903" cy="537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820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>
            <a:normAutofit/>
          </a:bodyPr>
          <a:lstStyle/>
          <a:p>
            <a:r>
              <a:rPr lang="en-US" b="1" dirty="0"/>
              <a:t>What is Event Delegation?</a:t>
            </a:r>
          </a:p>
          <a:p>
            <a:pPr marL="0" indent="0">
              <a:buNone/>
            </a:pPr>
            <a:r>
              <a:rPr lang="en-US" dirty="0"/>
              <a:t>Instead of adding event listeners to each child element, add one listener to a parent element and use event bubbling to handle events.</a:t>
            </a:r>
          </a:p>
          <a:p>
            <a:pPr marL="0" indent="0">
              <a:buNone/>
            </a:pPr>
            <a:r>
              <a:rPr lang="en-US" dirty="0"/>
              <a:t>Problem without delegation: 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5: Event Delegation</a:t>
            </a:r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99A4AA-F0F6-49EC-BB1B-B7C63363AC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980" y="3429000"/>
            <a:ext cx="5549763" cy="32141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6E45BE-D11D-4758-8B0A-C4DFAC57BC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3743" y="2826566"/>
            <a:ext cx="6019256" cy="392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337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Solution with event delegation: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5: Event Delegation</a:t>
            </a:r>
            <a:endParaRPr lang="en-US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E19972-8BB6-41B1-932A-EC10A86DDA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449" y="2020385"/>
            <a:ext cx="6869890" cy="4630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915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>
            <a:normAutofit/>
          </a:bodyPr>
          <a:lstStyle/>
          <a:p>
            <a:r>
              <a:rPr lang="en-US" b="1" dirty="0"/>
              <a:t>Benefits of Event Delegation:</a:t>
            </a:r>
          </a:p>
          <a:p>
            <a:pPr marL="0" indent="0">
              <a:buNone/>
            </a:pPr>
            <a:r>
              <a:rPr lang="en-US" b="1" dirty="0"/>
              <a:t>- Performance:</a:t>
            </a:r>
            <a:r>
              <a:rPr lang="en-US" dirty="0"/>
              <a:t> Fewer event listeners</a:t>
            </a:r>
          </a:p>
          <a:p>
            <a:pPr marL="0" indent="0">
              <a:buNone/>
            </a:pPr>
            <a:r>
              <a:rPr lang="en-US" b="1" dirty="0"/>
              <a:t>- Dynamic Content:</a:t>
            </a:r>
            <a:r>
              <a:rPr lang="en-US" dirty="0"/>
              <a:t> Works with elements added later</a:t>
            </a:r>
          </a:p>
          <a:p>
            <a:pPr marL="0" indent="0">
              <a:buNone/>
            </a:pPr>
            <a:r>
              <a:rPr lang="en-US" b="1" dirty="0"/>
              <a:t>- Memory Efficiency:</a:t>
            </a:r>
            <a:r>
              <a:rPr lang="en-US" dirty="0"/>
              <a:t> Less memory usage</a:t>
            </a:r>
          </a:p>
          <a:p>
            <a:pPr marL="0" indent="0">
              <a:buNone/>
            </a:pPr>
            <a:r>
              <a:rPr lang="en-US" b="1" dirty="0"/>
              <a:t>- Cleaner Code:</a:t>
            </a:r>
            <a:r>
              <a:rPr lang="en-US" dirty="0"/>
              <a:t> Centralized event handling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5: Event Delegation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15693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388</Words>
  <Application>Microsoft Office PowerPoint</Application>
  <PresentationFormat>Widescreen</PresentationFormat>
  <Paragraphs>63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CLASS 14 :Event Handling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4 : ADVANCED HTML AND CSS</dc:title>
  <dc:creator>Lukman Jubril</dc:creator>
  <cp:lastModifiedBy>Lukman Jubril</cp:lastModifiedBy>
  <cp:revision>26</cp:revision>
  <dcterms:created xsi:type="dcterms:W3CDTF">2025-08-19T13:42:15Z</dcterms:created>
  <dcterms:modified xsi:type="dcterms:W3CDTF">2025-10-07T15:19:16Z</dcterms:modified>
</cp:coreProperties>
</file>