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0D-D7D9-4198-A550-B1DCEE272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0B18-E558-42C2-AF16-868118C03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AC66-B5FB-45DA-832C-FDDF025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0420-8147-4A86-86EA-CDC29CD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374-75F4-4963-A267-257F140A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07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F6A-7F1C-4781-B23D-3A350210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C45-A98A-4350-8064-B2FF2EE1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6B8-8B9E-403F-A0F4-41A85B93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181A-6F20-4422-827C-13850FD3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7ADE-5719-41AB-B2F7-F41ECA70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5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22E3-BFD2-4705-8246-A9747D0A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B220-62FE-4070-87BB-5409C885B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9C81-BC86-4C8B-8F9D-A54B3F5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944B-C4E7-439C-9822-4C99E8B3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F032-A581-4F65-B810-A9FFC85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07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8AC1-C2F6-4725-844C-3D52A50D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99CE-9932-422C-9390-7ED25645E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B1A4-559D-473D-8D03-BE9FBC0D8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57A9-2306-4059-ADF7-2545F5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D0EC-D120-4E97-B53E-E6DBE12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667D-DF1E-4D95-B0FD-69798B71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40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155-E48B-42A7-8B38-693D62C2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294B-3EC0-495B-9C08-B2A824ED1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FF4DB-A66D-4F6D-89AA-487FCFA1D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AE3C-8791-45AD-82B6-FFDB1D3C9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341A2-5435-4CEE-9133-F62B4EE9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6359-D35B-4F8A-A952-DBA81EF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3F5C1-3E69-4026-BC30-8BCC817B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BFB-381C-4F1F-BB51-8900F1A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43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A3CD-90EB-49BF-A555-B5083AA7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97BB-9551-43D8-8522-8433B557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A9AC-0536-44EA-A68A-491A49B5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5173-55B2-4618-9B94-2780F626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92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065C-8915-4F2C-9BB1-DCA2462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88218-F778-4A09-AFFB-42CBFE3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98E4-2C73-4034-BA1F-696867E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64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7D0-9930-4BDA-9198-9D3C0B09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0A7C-DBB7-430A-BB1A-6CB7A9A1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4BE5-12FE-4566-A442-AAA56438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4D0F-F825-47C2-89B8-FCAA60F6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904BB-8B50-40EF-BE65-C297212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EF01-E1BA-4321-A539-52E6F24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3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085C-E343-4BB8-AF24-35CA6202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554-AB01-490F-BDB1-A2435EEF1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FC3C-7900-4E0F-BD08-4CE549D0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8664-1412-474B-93F0-3E8E3D3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686A-5E2A-40DF-90A0-A892BC49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4929-C5B5-4BB0-9C03-637FECAA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74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E6F9-6E84-444C-93F8-2CE9558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98D2-7DB7-4188-92AB-7B8F46F40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674A-7A0C-474B-A81F-3128DE5F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A075-BC88-4832-B59B-0E7EC87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5E7E-51D2-41FF-954C-CF301B0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46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A635C-8848-45E3-AE0D-FA45A35E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F28C5-2CD6-4633-82AE-F29BBF2D5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B9C02-E0A8-45FC-BD75-D0F1781F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99E5-3DA9-43A8-A7C8-E6B364B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2C56-993E-453D-97EB-A574BE27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7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88-E418-4807-BC2A-FE99629E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225-4FE7-490E-A36A-A6EB8EE8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DDEB-70B7-42FD-A3F0-4141986C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2436-51E9-435A-B360-4669E355F4EE}" type="datetimeFigureOut">
              <a:rPr lang="en-NG" smtClean="0"/>
              <a:t>02/10/2025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A873-AECF-4626-A81A-F66F7B54E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14A9-563E-4A48-BC80-5DDCBB2A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C202-0F4D-44CF-B7EF-E418A4070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 12 : Functions in JavaScript 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448C0-C3A9-4631-AB8E-63CF100B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2C075-8F43-48B3-BC17-891B36650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84" y="1122363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639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8"/>
            <a:ext cx="12192000" cy="5472052"/>
          </a:xfrm>
        </p:spPr>
        <p:txBody>
          <a:bodyPr/>
          <a:lstStyle/>
          <a:p>
            <a:r>
              <a:rPr lang="en-US" b="1" dirty="0"/>
              <a:t>Functions: </a:t>
            </a:r>
            <a:r>
              <a:rPr lang="en-US" dirty="0"/>
              <a:t>are reusable blocks of code that perform a specific task. They help you avoid repeating code and make your programs more organized.</a:t>
            </a:r>
          </a:p>
          <a:p>
            <a:r>
              <a:rPr lang="en-US" b="1" dirty="0"/>
              <a:t>Analogy:</a:t>
            </a:r>
            <a:r>
              <a:rPr lang="en-US" dirty="0"/>
              <a:t> Think of a function like a </a:t>
            </a:r>
            <a:r>
              <a:rPr lang="en-US" b="1" dirty="0"/>
              <a:t>recipe</a:t>
            </a:r>
            <a:r>
              <a:rPr lang="en-US" dirty="0"/>
              <a:t> - you write it once, and then you can "cook" (execute) it whenever you need that specific dish (result)</a:t>
            </a:r>
          </a:p>
          <a:p>
            <a:r>
              <a:rPr lang="en-US" b="1" dirty="0"/>
              <a:t>Why Use Functions?</a:t>
            </a:r>
          </a:p>
          <a:p>
            <a:pPr marL="0" indent="0">
              <a:buNone/>
            </a:pPr>
            <a:r>
              <a:rPr lang="en-US" b="1" dirty="0"/>
              <a:t>- Reusability:</a:t>
            </a:r>
            <a:r>
              <a:rPr lang="en-US" dirty="0"/>
              <a:t> Write once, use many times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Organization:</a:t>
            </a:r>
            <a:r>
              <a:rPr lang="en-US" dirty="0"/>
              <a:t> Break complex problems into smaller pieces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Maintainability:</a:t>
            </a:r>
            <a:r>
              <a:rPr lang="en-US" dirty="0"/>
              <a:t> Fix bugs in one place instead of many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Readability:</a:t>
            </a:r>
            <a:r>
              <a:rPr lang="en-US" dirty="0"/>
              <a:t> Descriptive function names make code easier to understand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Introduction: What are functions</a:t>
            </a:r>
          </a:p>
        </p:txBody>
      </p:sp>
    </p:spTree>
    <p:extLst>
      <p:ext uri="{BB962C8B-B14F-4D97-AF65-F5344CB8AC3E}">
        <p14:creationId xmlns:p14="http://schemas.microsoft.com/office/powerpoint/2010/main" val="16619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b="1" dirty="0"/>
              <a:t> Basic Function Syntax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1: Function Declarations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2795F8-3B31-405B-9AD0-D2259E36E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87" y="1958749"/>
            <a:ext cx="79438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42566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EA0FA1-4C62-452F-8628-B12AEB7B6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9" y="1007852"/>
            <a:ext cx="7487159" cy="5746279"/>
          </a:xfrm>
        </p:spPr>
      </p:pic>
    </p:spTree>
    <p:extLst>
      <p:ext uri="{BB962C8B-B14F-4D97-AF65-F5344CB8AC3E}">
        <p14:creationId xmlns:p14="http://schemas.microsoft.com/office/powerpoint/2010/main" val="11260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472053"/>
          </a:xfrm>
        </p:spPr>
        <p:txBody>
          <a:bodyPr/>
          <a:lstStyle/>
          <a:p>
            <a:r>
              <a:rPr lang="en-US" b="1" dirty="0"/>
              <a:t>Calling (Invoking) Functions</a:t>
            </a:r>
          </a:p>
          <a:p>
            <a:pPr marL="0" indent="0">
              <a:buNone/>
            </a:pPr>
            <a:r>
              <a:rPr lang="en-US" dirty="0"/>
              <a:t>To use a function, you must </a:t>
            </a:r>
            <a:r>
              <a:rPr lang="en-US" b="1" dirty="0"/>
              <a:t>call</a:t>
            </a:r>
            <a:r>
              <a:rPr lang="en-US" dirty="0"/>
              <a:t> it by using its name followed by parentheses: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613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75C0D-C7ED-4720-96BB-E404A850C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8" y="2429691"/>
            <a:ext cx="5044906" cy="44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8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Parameters: </a:t>
            </a:r>
            <a:r>
              <a:rPr lang="en-US" dirty="0"/>
              <a:t>Variables listed in the function definition</a:t>
            </a:r>
          </a:p>
          <a:p>
            <a:r>
              <a:rPr lang="en-US" b="1" dirty="0"/>
              <a:t>Arguments:</a:t>
            </a:r>
            <a:r>
              <a:rPr lang="en-US" dirty="0"/>
              <a:t> Actual values passed to the function when called</a:t>
            </a:r>
          </a:p>
          <a:p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2: Parameters and Argument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F68A29-8E7F-4165-A88C-59FC42B56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25" y="2393905"/>
            <a:ext cx="6795314" cy="425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Multiple Parameters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5D3428-6CEF-49AD-9E06-9E7246A77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110" y="1811379"/>
            <a:ext cx="6413456" cy="483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5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 Default Parameters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98297E-6B53-47AA-97ED-74567C0BD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383" y="1924594"/>
            <a:ext cx="6755046" cy="493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5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721532"/>
          </a:xfrm>
        </p:spPr>
        <p:txBody>
          <a:bodyPr>
            <a:normAutofit/>
          </a:bodyPr>
          <a:lstStyle/>
          <a:p>
            <a:r>
              <a:rPr lang="en-US" b="1" dirty="0"/>
              <a:t>The “return” Statement</a:t>
            </a:r>
          </a:p>
          <a:p>
            <a:pPr>
              <a:buFontTx/>
              <a:buChar char="-"/>
            </a:pPr>
            <a:r>
              <a:rPr lang="en-US" dirty="0"/>
              <a:t>The ‘return’ statement sends a value back from the function</a:t>
            </a:r>
          </a:p>
          <a:p>
            <a:pPr>
              <a:buFontTx/>
              <a:buChar char="-"/>
            </a:pPr>
            <a:r>
              <a:rPr lang="en-US" dirty="0"/>
              <a:t>Functions without ‘return’ return undefined</a:t>
            </a:r>
          </a:p>
          <a:p>
            <a:pPr>
              <a:buFontTx/>
              <a:buChar char="-"/>
            </a:pPr>
            <a:r>
              <a:rPr lang="en-US" dirty="0"/>
              <a:t>‘return’ immediately exits the function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3: Return Values</a:t>
            </a:r>
          </a:p>
        </p:txBody>
      </p:sp>
    </p:spTree>
    <p:extLst>
      <p:ext uri="{BB962C8B-B14F-4D97-AF65-F5344CB8AC3E}">
        <p14:creationId xmlns:p14="http://schemas.microsoft.com/office/powerpoint/2010/main" val="3039756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DE1D8F-7ECF-474C-8EEE-329A2E3F1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811" y="1191521"/>
            <a:ext cx="4964577" cy="556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dirty="0"/>
              <a:t>Function Expression vs Declaration</a:t>
            </a:r>
          </a:p>
          <a:p>
            <a:r>
              <a:rPr lang="en-US" b="1" dirty="0"/>
              <a:t>Function Declaration:</a:t>
            </a:r>
            <a:r>
              <a:rPr lang="en-US" dirty="0"/>
              <a:t> (Hoisted - can be called before definition)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4: Function Expressions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B7F824-C9BD-4568-ABCD-0B2894E37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94" y="2464525"/>
            <a:ext cx="6666864" cy="40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6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dirty="0"/>
              <a:t>Function Expression vs Declaration</a:t>
            </a:r>
          </a:p>
          <a:p>
            <a:r>
              <a:rPr lang="en-US" b="1" dirty="0"/>
              <a:t>Function Expression:</a:t>
            </a:r>
            <a:r>
              <a:rPr lang="en-US" dirty="0"/>
              <a:t> (Not hoisted - must be defined before calling)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4: Function Expressions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847358-7658-45CC-BC9E-CA1A86BBE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12" y="2390236"/>
            <a:ext cx="8455751" cy="437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71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Arrow Function Syntax</a:t>
            </a:r>
          </a:p>
          <a:p>
            <a:pPr marL="0" indent="0">
              <a:buNone/>
            </a:pPr>
            <a:r>
              <a:rPr lang="en-US" dirty="0"/>
              <a:t>A shorter syntax for writing functions: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5: Arrow Functions (ES6)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07AAA4-A4FC-4F8B-A036-017B0E3D2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526" y="2358470"/>
            <a:ext cx="5265246" cy="440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39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When to Use Arrow Functions</a:t>
            </a:r>
          </a:p>
          <a:p>
            <a:pPr marL="0" indent="0">
              <a:buNone/>
            </a:pPr>
            <a:r>
              <a:rPr lang="en-US" b="1" dirty="0"/>
              <a:t>Great for:</a:t>
            </a:r>
            <a:endParaRPr lang="en-US" dirty="0"/>
          </a:p>
          <a:p>
            <a:r>
              <a:rPr lang="en-US" dirty="0"/>
              <a:t>Short callback functions</a:t>
            </a:r>
          </a:p>
          <a:p>
            <a:r>
              <a:rPr lang="en-US" dirty="0"/>
              <a:t>Array methods (map, filter, etc.)</a:t>
            </a:r>
          </a:p>
          <a:p>
            <a:r>
              <a:rPr lang="en-US" dirty="0"/>
              <a:t>Simple one-liner functions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5: Arrow Functions (ES6)</a:t>
            </a:r>
          </a:p>
        </p:txBody>
      </p:sp>
    </p:spTree>
    <p:extLst>
      <p:ext uri="{BB962C8B-B14F-4D97-AF65-F5344CB8AC3E}">
        <p14:creationId xmlns:p14="http://schemas.microsoft.com/office/powerpoint/2010/main" val="246582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dirty="0"/>
              <a:t>Variables defined inside a function are not accessible outside: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Function Scope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9B7AA9-9E36-43F6-8FD6-4612C3ADF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5" y="2020385"/>
            <a:ext cx="9544594" cy="457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37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340</Words>
  <Application>Microsoft Office PowerPoint</Application>
  <PresentationFormat>Widescreen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CLASS 12 : Functions in JavaScript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: ADVANCED HTML AND CSS</dc:title>
  <dc:creator>Lukman Jubril</dc:creator>
  <cp:lastModifiedBy>Lukman Jubril</cp:lastModifiedBy>
  <cp:revision>21</cp:revision>
  <dcterms:created xsi:type="dcterms:W3CDTF">2025-08-19T13:42:15Z</dcterms:created>
  <dcterms:modified xsi:type="dcterms:W3CDTF">2025-10-02T14:30:30Z</dcterms:modified>
</cp:coreProperties>
</file>